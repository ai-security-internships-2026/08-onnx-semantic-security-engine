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8" r:id="rId2"/>
    <p:sldMasterId id="2147483691" r:id="rId3"/>
    <p:sldMasterId id="2147483713" r:id="rId4"/>
    <p:sldMasterId id="2147483736" r:id="rId5"/>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8" r:id="rId15"/>
    <p:sldId id="265" r:id="rId16"/>
    <p:sldId id="266" r:id="rId17"/>
    <p:sldId id="267" r:id="rId18"/>
  </p:sldIdLst>
  <p:sldSz cx="12192000" cy="6858000"/>
  <p:notesSz cx="6858000" cy="9144000"/>
  <p:embeddedFontLst>
    <p:embeddedFont>
      <p:font typeface="Cambria Math" panose="02040503050406030204" pitchFamily="18" charset="0"/>
      <p:regular r:id="rId20"/>
    </p:embeddedFont>
    <p:embeddedFont>
      <p:font typeface="Century Gothic" panose="020B0502020202020204" pitchFamily="34" charset="0"/>
      <p:regular r:id="rId21"/>
      <p:bold r:id="rId22"/>
      <p:italic r:id="rId23"/>
      <p:boldItalic r:id="rId24"/>
    </p:embeddedFont>
    <p:embeddedFont>
      <p:font typeface="Noto Sans" panose="020B0502040204020203" pitchFamily="34" charset="0"/>
      <p:regular r:id="rId25"/>
      <p:bold r:id="rId26"/>
      <p:italic r:id="rId27"/>
      <p:boldItalic r:id="rId28"/>
    </p:embeddedFont>
    <p:embeddedFont>
      <p:font typeface="Open Sans" panose="020B0606030504020204" pitchFamily="34" charset="0"/>
      <p:regular r:id="rId29"/>
      <p:bold r:id="rId30"/>
      <p: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j2npglyGaFA1weaF5QYWu9UIIL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BC1EA0-D2CC-434F-A074-65DD0BF22A87}">
  <a:tblStyle styleId="{98BC1EA0-D2CC-434F-A074-65DD0BF22A8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445" autoAdjust="0"/>
  </p:normalViewPr>
  <p:slideViewPr>
    <p:cSldViewPr snapToGrid="0">
      <p:cViewPr varScale="1">
        <p:scale>
          <a:sx n="55" d="100"/>
          <a:sy n="55" d="100"/>
        </p:scale>
        <p:origin x="1714"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7.fntdata"/><Relationship Id="rId3" Type="http://schemas.openxmlformats.org/officeDocument/2006/relationships/slideMaster" Target="slideMasters/slideMaster3.xml"/><Relationship Id="rId21"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font" Target="fonts/font1.fntdata"/><Relationship Id="rId29" Type="http://schemas.openxmlformats.org/officeDocument/2006/relationships/font" Target="fonts/font10.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5.fntdata"/><Relationship Id="rId40" Type="http://customschemas.google.com/relationships/presentationmetadata" Target="metadata"/><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5.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43" Type="http://schemas.openxmlformats.org/officeDocument/2006/relationships/theme" Target="theme/theme1.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52B77"/>
                </a:solidFill>
                <a:latin typeface="Open Sans"/>
              </a:rPr>
              <a:t>Failure-mode detection rate</a:t>
            </a:r>
          </a:p>
        </c:rich>
      </c:tx>
      <c:overlay val="0"/>
    </c:title>
    <c:autoTitleDeleted val="0"/>
    <c:plotArea>
      <c:layout/>
      <c:barChart>
        <c:barDir val="col"/>
        <c:grouping val="clustered"/>
        <c:varyColors val="1"/>
        <c:ser>
          <c:idx val="0"/>
          <c:order val="0"/>
          <c:tx>
            <c:strRef>
              <c:f>Sheet1!$B$1</c:f>
              <c:strCache>
                <c:ptCount val="1"/>
                <c:pt idx="0">
                  <c:v>Full system</c:v>
                </c:pt>
              </c:strCache>
            </c:strRef>
          </c:tx>
          <c:spPr>
            <a:solidFill>
              <a:srgbClr val="152B77"/>
            </a:solidFill>
          </c:spPr>
          <c:invertIfNegative val="1"/>
          <c:dLbls>
            <c:numFmt formatCode="0.00" sourceLinked="0"/>
            <c:spPr>
              <a:noFill/>
              <a:ln>
                <a:noFill/>
              </a:ln>
              <a:effectLst/>
            </c:spPr>
            <c:txPr>
              <a:bodyPr/>
              <a:lstStyle/>
              <a:p>
                <a:pPr>
                  <a:defRPr sz="1100" b="1">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Zero-fill tampering</c:v>
                </c:pt>
                <c:pt idx="1">
                  <c:v>NaN/Inf corruption</c:v>
                </c:pt>
              </c:strCache>
            </c:strRef>
          </c:cat>
          <c:val>
            <c:numRef>
              <c:f>Sheet1!$B$2:$B$3</c:f>
              <c:numCache>
                <c:formatCode>General</c:formatCode>
                <c:ptCount val="2"/>
                <c:pt idx="0">
                  <c:v>1</c:v>
                </c:pt>
                <c:pt idx="1">
                  <c:v>0.79279999999999995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1B4-4974-85A8-F09CC73971A5}"/>
            </c:ext>
          </c:extLst>
        </c:ser>
        <c:ser>
          <c:idx val="1"/>
          <c:order val="1"/>
          <c:tx>
            <c:strRef>
              <c:f>Sheet1!$C$1</c:f>
              <c:strCache>
                <c:ptCount val="1"/>
                <c:pt idx="0">
                  <c:v>InputValidator</c:v>
                </c:pt>
              </c:strCache>
            </c:strRef>
          </c:tx>
          <c:spPr>
            <a:solidFill>
              <a:srgbClr val="D50581"/>
            </a:solidFill>
          </c:spPr>
          <c:invertIfNegative val="1"/>
          <c:dLbls>
            <c:numFmt formatCode="0.00" sourceLinked="0"/>
            <c:spPr>
              <a:noFill/>
              <a:ln>
                <a:noFill/>
              </a:ln>
              <a:effectLst/>
            </c:spPr>
            <c:txPr>
              <a:bodyPr/>
              <a:lstStyle/>
              <a:p>
                <a:pPr>
                  <a:defRPr sz="1100" b="1">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Zero-fill tampering</c:v>
                </c:pt>
                <c:pt idx="1">
                  <c:v>NaN/Inf corruption</c:v>
                </c:pt>
              </c:strCache>
            </c:strRef>
          </c:cat>
          <c:val>
            <c:numRef>
              <c:f>Sheet1!$C$2:$C$3</c:f>
              <c:numCache>
                <c:formatCode>General</c:formatCode>
                <c:ptCount val="2"/>
                <c:pt idx="0">
                  <c:v>1</c:v>
                </c:pt>
                <c:pt idx="1">
                  <c:v>0.69099999999999995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1B4-4974-85A8-F09CC73971A5}"/>
            </c:ext>
          </c:extLst>
        </c:ser>
        <c:ser>
          <c:idx val="2"/>
          <c:order val="2"/>
          <c:tx>
            <c:strRef>
              <c:f>Sheet1!$D$1</c:f>
              <c:strCache>
                <c:ptCount val="1"/>
                <c:pt idx="0">
                  <c:v>MSP alone</c:v>
                </c:pt>
              </c:strCache>
            </c:strRef>
          </c:tx>
          <c:spPr>
            <a:solidFill>
              <a:srgbClr val="94A3B8"/>
            </a:solidFill>
          </c:spPr>
          <c:invertIfNegative val="1"/>
          <c:dLbls>
            <c:numFmt formatCode="0.00" sourceLinked="0"/>
            <c:spPr>
              <a:noFill/>
              <a:ln>
                <a:noFill/>
              </a:ln>
              <a:effectLst/>
            </c:spPr>
            <c:txPr>
              <a:bodyPr/>
              <a:lstStyle/>
              <a:p>
                <a:pPr>
                  <a:defRPr sz="1100" b="1">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Zero-fill tampering</c:v>
                </c:pt>
                <c:pt idx="1">
                  <c:v>NaN/Inf corruption</c:v>
                </c:pt>
              </c:strCache>
            </c:strRef>
          </c:cat>
          <c:val>
            <c:numRef>
              <c:f>Sheet1!$D$2:$D$3</c:f>
              <c:numCache>
                <c:formatCode>General</c:formatCode>
                <c:ptCount val="2"/>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1B4-4974-85A8-F09CC73971A5}"/>
            </c:ext>
          </c:extLst>
        </c:ser>
        <c:dLbls>
          <c:dLblPos val="outEnd"/>
          <c:showLegendKey val="0"/>
          <c:showVal val="1"/>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2E8F0"/>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1000000000000001"/>
          <c:min val="0"/>
        </c:scaling>
        <c:delete val="0"/>
        <c:axPos val="l"/>
        <c:majorGridlines>
          <c:spPr>
            <a:ln>
              <a:solidFill>
                <a:srgbClr val="E2E8F0"/>
              </a:solidFill>
            </a:ln>
          </c:spPr>
        </c:majorGridlines>
        <c:numFmt formatCode="0.0" sourceLinked="0"/>
        <c:majorTickMark val="out"/>
        <c:minorTickMark val="none"/>
        <c:tickLblPos val="nextTo"/>
        <c:spPr>
          <a:ln>
            <a:noFill/>
          </a:ln>
        </c:spPr>
        <c:txPr>
          <a:bodyPr/>
          <a:lstStyle/>
          <a:p>
            <a:pPr>
              <a:defRPr sz="1100">
                <a:solidFill>
                  <a:srgbClr val="64748B"/>
                </a:solidFill>
              </a:defRPr>
            </a:pPr>
            <a:endParaRPr lang="en-US"/>
          </a:p>
        </c:txPr>
        <c:crossAx val="-2068027336"/>
        <c:crosses val="autoZero"/>
        <c:crossBetween val="between"/>
        <c:majorUnit val="0.5"/>
      </c:valAx>
    </c:plotArea>
    <c:legend>
      <c:legendPos val="b"/>
      <c:overlay val="0"/>
      <c:txPr>
        <a:bodyPr/>
        <a:lstStyle/>
        <a:p>
          <a:pPr>
            <a:defRPr sz="1200">
              <a:latin typeface="Open Sans"/>
            </a:defRPr>
          </a:pPr>
          <a:endParaRPr lang="en-US"/>
        </a:p>
      </c:txPr>
    </c:legend>
    <c:plotVisOnly val="1"/>
    <c:dispBlanksAs val="gap"/>
    <c:showDLblsOverMax val="1"/>
  </c:chart>
  <c:txPr>
    <a:bodyPr/>
    <a:lstStyle/>
    <a:p>
      <a:pPr>
        <a:defRPr sz="1200">
          <a:solidFill>
            <a:srgbClr val="1E293B"/>
          </a:solidFill>
          <a:latin typeface="Open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52B77"/>
                </a:solidFill>
                <a:latin typeface="Open Sans"/>
              </a:rPr>
              <a:t>p95 latency, R0 profile (ms)</a:t>
            </a:r>
          </a:p>
        </c:rich>
      </c:tx>
      <c:overlay val="0"/>
    </c:title>
    <c:autoTitleDeleted val="0"/>
    <c:plotArea>
      <c:layout/>
      <c:barChart>
        <c:barDir val="col"/>
        <c:grouping val="clustered"/>
        <c:varyColors val="1"/>
        <c:ser>
          <c:idx val="0"/>
          <c:order val="0"/>
          <c:tx>
            <c:strRef>
              <c:f>Sheet1!$B$1</c:f>
              <c:strCache>
                <c:ptCount val="1"/>
                <c:pt idx="0">
                  <c:v>p95 latency (ms)</c:v>
                </c:pt>
              </c:strCache>
            </c:strRef>
          </c:tx>
          <c:invertIfNegative val="1"/>
          <c:dPt>
            <c:idx val="0"/>
            <c:invertIfNegative val="1"/>
            <c:bubble3D val="0"/>
            <c:spPr>
              <a:solidFill>
                <a:srgbClr val="94A3B8"/>
              </a:solidFill>
            </c:spPr>
            <c:extLst>
              <c:ext xmlns:c16="http://schemas.microsoft.com/office/drawing/2014/chart" uri="{C3380CC4-5D6E-409C-BE32-E72D297353CC}">
                <c16:uniqueId val="{00000001-89A1-4FB2-90B5-E0DC8CAC6553}"/>
              </c:ext>
            </c:extLst>
          </c:dPt>
          <c:dPt>
            <c:idx val="1"/>
            <c:invertIfNegative val="1"/>
            <c:bubble3D val="0"/>
            <c:spPr>
              <a:solidFill>
                <a:srgbClr val="152B77"/>
              </a:solidFill>
            </c:spPr>
            <c:extLst>
              <c:ext xmlns:c16="http://schemas.microsoft.com/office/drawing/2014/chart" uri="{C3380CC4-5D6E-409C-BE32-E72D297353CC}">
                <c16:uniqueId val="{00000003-89A1-4FB2-90B5-E0DC8CAC6553}"/>
              </c:ext>
            </c:extLst>
          </c:dPt>
          <c:dPt>
            <c:idx val="2"/>
            <c:invertIfNegative val="1"/>
            <c:bubble3D val="0"/>
            <c:spPr>
              <a:solidFill>
                <a:srgbClr val="D50581"/>
              </a:solidFill>
            </c:spPr>
            <c:extLst>
              <c:ext xmlns:c16="http://schemas.microsoft.com/office/drawing/2014/chart" uri="{C3380CC4-5D6E-409C-BE32-E72D297353CC}">
                <c16:uniqueId val="{00000005-89A1-4FB2-90B5-E0DC8CAC6553}"/>
              </c:ext>
            </c:extLst>
          </c:dPt>
          <c:dLbls>
            <c:numFmt formatCode="0.000" sourceLinked="0"/>
            <c:spPr>
              <a:noFill/>
              <a:ln>
                <a:noFill/>
              </a:ln>
              <a:effectLst/>
            </c:spPr>
            <c:txPr>
              <a:bodyPr/>
              <a:lstStyle/>
              <a:p>
                <a:pPr>
                  <a:defRPr sz="1200" b="1">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Plain ONNX</c:v>
                </c:pt>
                <c:pt idx="1">
                  <c:v>SEMANTICSHIELD</c:v>
                </c:pt>
                <c:pt idx="2">
                  <c:v>Edge budget</c:v>
                </c:pt>
              </c:strCache>
            </c:strRef>
          </c:cat>
          <c:val>
            <c:numRef>
              <c:f>Sheet1!$B$2:$B$4</c:f>
              <c:numCache>
                <c:formatCode>General</c:formatCode>
                <c:ptCount val="3"/>
                <c:pt idx="0">
                  <c:v>0.38600000000000001</c:v>
                </c:pt>
                <c:pt idx="1">
                  <c:v>1.1919999999999999</c:v>
                </c:pt>
                <c:pt idx="2">
                  <c:v>2</c:v>
                </c:pt>
              </c:numCache>
            </c:numRef>
          </c:val>
          <c:extLst>
            <c:ext xmlns:c16="http://schemas.microsoft.com/office/drawing/2014/chart" uri="{C3380CC4-5D6E-409C-BE32-E72D297353CC}">
              <c16:uniqueId val="{00000006-89A1-4FB2-90B5-E0DC8CAC6553}"/>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2E8F0"/>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2.5"/>
          <c:min val="0"/>
        </c:scaling>
        <c:delete val="0"/>
        <c:axPos val="l"/>
        <c:majorGridlines>
          <c:spPr>
            <a:ln>
              <a:solidFill>
                <a:srgbClr val="E2E8F0"/>
              </a:solidFill>
            </a:ln>
          </c:spPr>
        </c:majorGridlines>
        <c:numFmt formatCode="0.0" sourceLinked="0"/>
        <c:majorTickMark val="out"/>
        <c:minorTickMark val="none"/>
        <c:tickLblPos val="nextTo"/>
        <c:spPr>
          <a:ln>
            <a:noFill/>
          </a:ln>
        </c:spPr>
        <c:txPr>
          <a:bodyPr/>
          <a:lstStyle/>
          <a:p>
            <a:pPr>
              <a:defRPr sz="1100">
                <a:solidFill>
                  <a:srgbClr val="64748B"/>
                </a:solidFill>
              </a:defRPr>
            </a:pPr>
            <a:endParaRPr lang="en-US"/>
          </a:p>
        </c:txPr>
        <c:crossAx val="-2068027336"/>
        <c:crosses val="autoZero"/>
        <c:crossBetween val="between"/>
        <c:majorUnit val="0.5"/>
      </c:valAx>
    </c:plotArea>
    <c:plotVisOnly val="1"/>
    <c:dispBlanksAs val="gap"/>
    <c:showDLblsOverMax val="1"/>
  </c:chart>
  <c:txPr>
    <a:bodyPr/>
    <a:lstStyle/>
    <a:p>
      <a:pPr>
        <a:defRPr sz="1200">
          <a:solidFill>
            <a:srgbClr val="1E293B"/>
          </a:solidFill>
          <a:latin typeface="Open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52B77"/>
                </a:solidFill>
                <a:latin typeface="Open Sans"/>
              </a:rPr>
              <a:t>Macro-F1 (%) by precision</a:t>
            </a:r>
          </a:p>
        </c:rich>
      </c:tx>
      <c:overlay val="0"/>
    </c:title>
    <c:autoTitleDeleted val="0"/>
    <c:plotArea>
      <c:layout/>
      <c:barChart>
        <c:barDir val="col"/>
        <c:grouping val="clustered"/>
        <c:varyColors val="1"/>
        <c:ser>
          <c:idx val="0"/>
          <c:order val="0"/>
          <c:tx>
            <c:strRef>
              <c:f>Sheet1!$B$1</c:f>
              <c:strCache>
                <c:ptCount val="1"/>
                <c:pt idx="0">
                  <c:v>Macro-F1 (%)</c:v>
                </c:pt>
              </c:strCache>
            </c:strRef>
          </c:tx>
          <c:invertIfNegative val="1"/>
          <c:dPt>
            <c:idx val="0"/>
            <c:invertIfNegative val="1"/>
            <c:bubble3D val="0"/>
            <c:spPr>
              <a:solidFill>
                <a:srgbClr val="152B77"/>
              </a:solidFill>
            </c:spPr>
            <c:extLst>
              <c:ext xmlns:c16="http://schemas.microsoft.com/office/drawing/2014/chart" uri="{C3380CC4-5D6E-409C-BE32-E72D297353CC}">
                <c16:uniqueId val="{00000001-88C5-46CC-9F43-5CA17171CCC6}"/>
              </c:ext>
            </c:extLst>
          </c:dPt>
          <c:dPt>
            <c:idx val="1"/>
            <c:invertIfNegative val="1"/>
            <c:bubble3D val="0"/>
            <c:spPr>
              <a:solidFill>
                <a:srgbClr val="152B77"/>
              </a:solidFill>
            </c:spPr>
            <c:extLst>
              <c:ext xmlns:c16="http://schemas.microsoft.com/office/drawing/2014/chart" uri="{C3380CC4-5D6E-409C-BE32-E72D297353CC}">
                <c16:uniqueId val="{00000003-88C5-46CC-9F43-5CA17171CCC6}"/>
              </c:ext>
            </c:extLst>
          </c:dPt>
          <c:dPt>
            <c:idx val="2"/>
            <c:invertIfNegative val="1"/>
            <c:bubble3D val="0"/>
            <c:spPr>
              <a:solidFill>
                <a:srgbClr val="D50581"/>
              </a:solidFill>
            </c:spPr>
            <c:extLst>
              <c:ext xmlns:c16="http://schemas.microsoft.com/office/drawing/2014/chart" uri="{C3380CC4-5D6E-409C-BE32-E72D297353CC}">
                <c16:uniqueId val="{00000005-88C5-46CC-9F43-5CA17171CCC6}"/>
              </c:ext>
            </c:extLst>
          </c:dPt>
          <c:dPt>
            <c:idx val="3"/>
            <c:invertIfNegative val="1"/>
            <c:bubble3D val="0"/>
            <c:spPr>
              <a:solidFill>
                <a:srgbClr val="0E9F6E"/>
              </a:solidFill>
            </c:spPr>
            <c:extLst>
              <c:ext xmlns:c16="http://schemas.microsoft.com/office/drawing/2014/chart" uri="{C3380CC4-5D6E-409C-BE32-E72D297353CC}">
                <c16:uniqueId val="{00000007-88C5-46CC-9F43-5CA17171CCC6}"/>
              </c:ext>
            </c:extLst>
          </c:dPt>
          <c:dLbls>
            <c:numFmt formatCode="0.00" sourceLinked="0"/>
            <c:spPr>
              <a:noFill/>
              <a:ln>
                <a:noFill/>
              </a:ln>
              <a:effectLst/>
            </c:spPr>
            <c:txPr>
              <a:bodyPr/>
              <a:lstStyle/>
              <a:p>
                <a:pPr>
                  <a:defRPr sz="1200" b="1">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FP32
0.176 MB</c:v>
                </c:pt>
                <c:pt idx="1">
                  <c:v>FP16
0.091 MB</c:v>
                </c:pt>
                <c:pt idx="2">
                  <c:v>INT8
0.048 MB</c:v>
                </c:pt>
                <c:pt idx="3">
                  <c:v>INT4
0.034 MB</c:v>
                </c:pt>
              </c:strCache>
            </c:strRef>
          </c:cat>
          <c:val>
            <c:numRef>
              <c:f>Sheet1!$B$2:$B$5</c:f>
              <c:numCache>
                <c:formatCode>General</c:formatCode>
                <c:ptCount val="4"/>
                <c:pt idx="0">
                  <c:v>78.010000000000005</c:v>
                </c:pt>
                <c:pt idx="1">
                  <c:v>78.010000000000005</c:v>
                </c:pt>
                <c:pt idx="2">
                  <c:v>48.33</c:v>
                </c:pt>
                <c:pt idx="3">
                  <c:v>76.27</c:v>
                </c:pt>
              </c:numCache>
            </c:numRef>
          </c:val>
          <c:extLst>
            <c:ext xmlns:c16="http://schemas.microsoft.com/office/drawing/2014/chart" uri="{C3380CC4-5D6E-409C-BE32-E72D297353CC}">
              <c16:uniqueId val="{00000008-88C5-46CC-9F43-5CA17171CCC6}"/>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2E8F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E2E8F0"/>
              </a:solidFill>
            </a:ln>
          </c:spPr>
        </c:majorGridlines>
        <c:numFmt formatCode="General" sourceLinked="1"/>
        <c:majorTickMark val="out"/>
        <c:minorTickMark val="none"/>
        <c:tickLblPos val="nextTo"/>
        <c:spPr>
          <a:ln>
            <a:noFill/>
          </a:ln>
        </c:spPr>
        <c:txPr>
          <a:bodyPr/>
          <a:lstStyle/>
          <a:p>
            <a:pPr>
              <a:defRPr sz="1100">
                <a:solidFill>
                  <a:srgbClr val="64748B"/>
                </a:solidFill>
              </a:defRPr>
            </a:pPr>
            <a:endParaRPr lang="en-US"/>
          </a:p>
        </c:txPr>
        <c:crossAx val="-2068027336"/>
        <c:crosses val="autoZero"/>
        <c:crossBetween val="between"/>
        <c:majorUnit val="25"/>
      </c:valAx>
    </c:plotArea>
    <c:plotVisOnly val="1"/>
    <c:dispBlanksAs val="gap"/>
    <c:showDLblsOverMax val="1"/>
  </c:chart>
  <c:txPr>
    <a:bodyPr/>
    <a:lstStyle/>
    <a:p>
      <a:pPr>
        <a:defRPr sz="1200">
          <a:solidFill>
            <a:srgbClr val="1E293B"/>
          </a:solidFill>
          <a:latin typeface="Open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Good morning everyone. I'm Sikandar Hussain, and today I will present SEMANTICSHIELD: an invariant-aware and drift-calibrated semantic runtime assurance layer for edge network intrusion detection, built directly into the ONNX execution graph. This work was carried out at CNIT / PNTLab Pisa, TeCIP, Scuola Superiore Sant'Anna, as part of the AI Security Research internship 2026.</a:t>
            </a:r>
          </a:p>
        </p:txBody>
      </p:sp>
      <p:sp>
        <p:nvSpPr>
          <p:cNvPr id="597" name="Google Shape;59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5" name="Google Shape;615;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The talk has four parts. Part one covers context and motivation: the problem, the state of the art and our research goals. Part two is the core contribution: methodology, the five-stage architecture and implementation details. Part three is the evaluation: OOD detection, edge latency and quantization. Part four is the outlook: future directions and conclusions.</a:t>
            </a:r>
          </a:p>
        </p:txBody>
      </p:sp>
      <p:sp>
        <p:nvSpPr>
          <p:cNvPr id="616" name="Google Shape;616;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3f85cc64a8e_0_489: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3" name="Google Shape;663;g3f85cc64a8e_0_489: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664" name="Google Shape;664;g3f85cc64a8e_0_489: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g3f85cc64a8e_0_4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Deep-learning NIDS models are vulnerable to out-of-distribution shift, adversarial perturbation and pipeline corruption at deployment, and the failures are silent: the model stays confident but wrong. Edge devices add hard limits: 512 MB of memory and 2 ms latency, so heavy detectors like Isolation Forest or OCSVM are out. No existing system combines pre-inference validation, manifold drift detection and quantization in one ONNX-native runtime. Operationally, the base-rate fallacy means that at a million flows per second, even a 1% false positive rate gives 10,000 false alarms every second. And models trained on CSE-CIC-IDS2018 collapse on ToN-IoT, from 0.78 to 0.05 macro-F1, mostly because of feature-schema incompatibility. This leads to three research questions about ONNX export fidelity, the INT8 accuracy trade-off, and cross-dataset generalization.</a:t>
            </a:r>
          </a:p>
        </p:txBody>
      </p:sp>
      <p:sp>
        <p:nvSpPr>
          <p:cNvPr id="666" name="Google Shape;666;g3f85cc64a8e_0_489: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667" name="Google Shape;667;g3f85cc64a8e_0_4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3f85cc64a8e_0_836: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6" name="Google Shape;686;g3f85cc64a8e_0_836: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687" name="Google Shape;687;g3f85cc64a8e_0_836: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8" name="Google Shape;688;g3f85cc64a8e_0_8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This table compares us with representative prior work. Kitsune is the only one with edge simulation, on a Raspberry Pi 3B, but none of these systems evaluates under fixed false-positive budgets or performs a full quantization study. Related work falls into eight pillars: OOD and anomaly detection foundations, deep learning for NIDS, the base-rate fallacy, telemetry standards and flow collectors, cross-dataset generalization collapse, edge ML and quantization, ONNX interoperability and failure analysis, and adversarial robustness with concept drift. We identify three gaps: no physical-unit feature audit, no documentation of INT8 collapse on tabular NIDS data, and no fixed-FPR evaluation for edge NIDS.</a:t>
            </a:r>
          </a:p>
        </p:txBody>
      </p:sp>
      <p:sp>
        <p:nvSpPr>
          <p:cNvPr id="689" name="Google Shape;689;g3f85cc64a8e_0_836: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690" name="Google Shape;690;g3f85cc64a8e_0_8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f83be59305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3" name="Google Shape;713;g3f83be59305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We set five goals. First, a lightweight inline assurance layer integrated into the ONNX graph. Second, edge feasibility: at most 2 ms p95 latency and 512 MB memory under simulated resource profiles R0 to R3. Third, rigorous evaluation with fixed-FPR budgets, five seeds, bootstrap confidence intervals and cross-dataset tests. Fourth, a first physical-unit audit of NetFlow v9 versus CICFlowMeter schemas, with inter-rater reliability. Fifth, understanding why INT8 quantization fails on tabular network flows. Data: CSE-CIC-IDS2018 for training and in-distribution evaluation, NF-ToN-IoT-v2 with 13.1 million flows as real covariate shift, and NF-BoT-IoT-v2 with 30.4 million flows for cross-dataset evaluation.</a:t>
            </a:r>
          </a:p>
        </p:txBody>
      </p:sp>
      <p:sp>
        <p:nvSpPr>
          <p:cNvPr id="714" name="Google Shape;714;g3f83be59305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3f403393bf8_0_190: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9" name="Google Shape;729;g3f403393bf8_0_190: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730" name="Google Shape;730;g3f403393bf8_0_190: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g3f403393bf8_0_1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On the data side, a semantic audit reduced 21 candidate NetFlow features to 13 compatible ones, normalized with a StandardScaler fitted on the CIC-IDS2018 training split. The label space is 15 classes: benign plus 14 attacks. The model is a small ThreatMLP, 13 to 128 to 64 to 15, with 46,542 parameters. The ONNX graph has two outputs: the logits and a 64-dimensional embedding. Three scores are computed: MSP confidence, cosine distance and Mahalanobis distance to class centroids; the drift score combines the two distances, each normalized by its threshold, capped at 2. Thresholds are calibrated on 10,000 benign samples at a 5% target FPR. Evaluation uses five seeds. Finally, the quantization ladder from FP32 at 0.176 MB down to INT4 at 0.034 MB.</a:t>
            </a:r>
          </a:p>
        </p:txBody>
      </p:sp>
      <p:sp>
        <p:nvSpPr>
          <p:cNvPr id="732" name="Google Shape;732;g3f403393bf8_0_190: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733" name="Google Shape;733;g3f403393bf8_0_1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3f83be59305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0" name="Google Shape;770;g3f83be59305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SEMANTICSHIELD is a five-stage pipeline. Stage one is a deterministic pre-inference validator: it rejects NaN and Inf values, flows with 80% or more zero-filled fields, and values outside physical bounds. Invalid inputs are rejected before any neural inference. Stage two is a dual-output ONNX graph: one forward pass gives the 15-class logits and the 64-dimensional hidden embedding. Stage three scores the maximum softmax probability. Stage four measures cosine and Mahalanobis distance to class centroids in embedding space. Stage five is the verdict engine with thresholds calibrated at 5% FPR on benign data: REJECTED, HIGH_RISK when at least two independent signals fire, SUSPICIOUS for one, and CLEAN otherwise. The design principles are deterministic checks first, a single dual-output graph, independent complementary signals, and calibrated thresholds.</a:t>
            </a:r>
          </a:p>
        </p:txBody>
      </p:sp>
      <p:sp>
        <p:nvSpPr>
          <p:cNvPr id="771" name="Google Shape;771;g3f83be59305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f403393bf8_0_1014: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5" name="Google Shape;925;g3f403393bf8_0_1014: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926" name="Google Shape;926;g3f403393bf8_0_1014: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3f403393bf8_0_10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The implementation has five core modules: the SEMANTICSHIELD engine itself, a FastAPI edge inference server, the training script for the MLP and CNN variants, the dual-output ONNX exporter, and the quantization script for FP16, INT8 and INT4. The feature audit classifies 21 NetFlow feature pairs into four tiers with perfect inter-rater agreement: 7 equivalent, 1 convertible, 5 approximate and 8 incompatible, which is 38.1%. For verification, 71 of 71 unit tests pass, all 89 numeric claims in the manuscript are checked against results, and 23 SHA-256 checksums protect artifact integrity. A frozen configuration and a 15-stage orchestrator make the whole pipeline reproducible.</a:t>
            </a:r>
          </a:p>
        </p:txBody>
      </p:sp>
      <p:sp>
        <p:nvSpPr>
          <p:cNvPr id="928" name="Google Shape;928;g3f403393bf8_0_1014: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929" name="Google Shape;929;g3f403393bf8_0_10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3f899c8ff78_0_181: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3" name="Google Shape;953;g3f899c8ff78_0_181: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954" name="Google Shape;954;g3f899c8ff78_0_181: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3f899c8ff78_0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On CIC-IDS2018 the classifier reaches 87.19% accuracy, 78.01% macro-F1 and 86.55% weighted-F1 over 15 classes. For OOD detection under real covariate shift on NF-ToN-IoT-v2, the Mahalanobis score gives an AUROC of 0.9713, AUPRC of 0.9639, and a false-positive rate of 6.16% at 95% true-positive rate. The chart shows failure-mode coverage. Zero-fill tampering is caught 100% by the validator and the full system, while MSP alone detects nothing. NaN/Inf corruption is detected 79% by the full system and 69% by the validator, and again 0% by MSP alone. Across five seeds, in-distribution clean accuracy is 86.94% plus or minus 0.44%, with a 61.72% OOD intercept rate and a 100% noise intercept rate.</a:t>
            </a:r>
          </a:p>
        </p:txBody>
      </p:sp>
      <p:sp>
        <p:nvSpPr>
          <p:cNvPr id="956" name="Google Shape;956;g3f899c8ff78_0_181: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957" name="Google Shape;957;g3f899c8ff78_0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On the R0 edge profile over 5,000 runs, plain ONNX has a p95 latency of 0.386 ms and SEMANTICSHIELD 1.192 ms: a constant overhead of 0.61 ms across all profiles, well inside the 2 ms budget. Throughput is 1,124 flows per second and peak resident memory is about 123 MB, within the 512 MB budget. For quantization, FP16 is lossless at 78.01% macro-F1 with 48% compression. Standard INT8 degrades F1 to 48.33%, a 38% drop caused by activation outlier clipping. Weight-only INT4 retains 76.27% F1, which is 97.8% of baseline, at 80.7% compression. So the degradation comes from activation quantization, not from weight precision.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3f899c8ff78_0_2298: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1" name="Google Shape;981;g3f899c8ff78_0_2298: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982" name="Google Shape;982;g3f899c8ff78_0_2298: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3f899c8ff78_0_22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Six directions for future work. One: validate on physical edge hardware such as Raspberry Pi 4 and Jetson Nano, including thermal throttling and accelerators. Two: try advanced OOD scores like energy-based scoring, ReAct clipping and Gram matrices. Three: adapt to concept drift with online learning and MLOps integration. Four: test realistic adversarial evasion that preserves valid packet semantics. Five: replace post-training INT8 with quantization-aware training. Six: federated deployment, where edge NIDS share drift statistics without exposing raw telemetry.</a:t>
            </a:r>
          </a:p>
        </p:txBody>
      </p:sp>
      <p:sp>
        <p:nvSpPr>
          <p:cNvPr id="984" name="Google Shape;984;g3f899c8ff78_0_2298: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985" name="Google Shape;985;g3f899c8ff78_0_229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3f899c8ff78_0_3093: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g3f899c8ff78_0_3093: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026" name="Google Shape;1026;g3f899c8ff78_0_3093: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3f899c8ff78_0_30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To conclude: SEMANTICSHIELD is the first lightweight, invariant-aware runtime assurance layer integrated directly into the ONNX execution graph, giving multi-stage protection against OOD shift, pipeline corruption and adversarial perturbation for edge NIDS. It reaches 0.9713 AUROC under real covariate shift, rejects 100% of structurally malformed inputs, runs at 1.19 ms p95 and about 123 MB peak memory, and compresses 80.7% with INT4 while keeping 97.8% of F1. Novel findings: 38.1% of NetFlow features are physically incompatible between CICFlowMeter and nProbe; standard INT8 degrades F1 by 38% on tabular NIDS due to activation outliers; and weight-only INT4 shows the issue is activation quantization, not weight precision. Deliverables include a 12-page manuscript, 89 verified numerical claims, 71 passing unit tests, 19 JSON result datasets, 23 figures, 19 tables and 23 checksums.</a:t>
            </a:r>
          </a:p>
        </p:txBody>
      </p:sp>
      <p:sp>
        <p:nvSpPr>
          <p:cNvPr id="1028" name="Google Shape;1028;g3f899c8ff78_0_3093: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1029" name="Google Shape;1029;g3f899c8ff78_0_30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Thank you for your attention. Questions, feedback and discussion are most welcome. You can reach me at sikandar.hussain@santannapisa.it, and the code is on GitHub under AI-Security-Internships-2026.</a:t>
            </a:r>
          </a:p>
        </p:txBody>
      </p:sp>
      <p:sp>
        <p:nvSpPr>
          <p:cNvPr id="1053" name="Google Shape;105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20"/>
        <p:cNvGrpSpPr/>
        <p:nvPr/>
      </p:nvGrpSpPr>
      <p:grpSpPr>
        <a:xfrm>
          <a:off x="0" y="0"/>
          <a:ext cx="0" cy="0"/>
          <a:chOff x="0" y="0"/>
          <a:chExt cx="0" cy="0"/>
        </a:xfrm>
      </p:grpSpPr>
      <p:sp>
        <p:nvSpPr>
          <p:cNvPr id="21" name="Google Shape;21;p5"/>
          <p:cNvSpPr>
            <a:spLocks noGrp="1"/>
          </p:cNvSpPr>
          <p:nvPr>
            <p:ph type="pic" idx="2"/>
          </p:nvPr>
        </p:nvSpPr>
        <p:spPr>
          <a:xfrm>
            <a:off x="219784" y="1030860"/>
            <a:ext cx="3831570" cy="5420165"/>
          </a:xfrm>
          <a:prstGeom prst="rect">
            <a:avLst/>
          </a:prstGeom>
          <a:noFill/>
          <a:ln>
            <a:noFill/>
          </a:ln>
        </p:spPr>
        <p:txBody>
          <a:bodyPr/>
          <a:lstStyle/>
          <a:p>
            <a:endParaRPr lang="en-US"/>
          </a:p>
        </p:txBody>
      </p:sp>
      <p:sp>
        <p:nvSpPr>
          <p:cNvPr id="22" name="Google Shape;22;p5"/>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5"/>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9"/>
          <p:cNvSpPr/>
          <p:nvPr/>
        </p:nvSpPr>
        <p:spPr>
          <a:xfrm>
            <a:off x="0" y="6313821"/>
            <a:ext cx="12192000" cy="544179"/>
          </a:xfrm>
          <a:prstGeom prst="rect">
            <a:avLst/>
          </a:prstGeom>
          <a:solidFill>
            <a:srgbClr val="0F20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8" name="Google Shape;28;p9"/>
          <p:cNvSpPr txBox="1">
            <a:spLocks noGrp="1"/>
          </p:cNvSpPr>
          <p:nvPr>
            <p:ph type="body" idx="1"/>
          </p:nvPr>
        </p:nvSpPr>
        <p:spPr>
          <a:xfrm>
            <a:off x="5366152" y="3921531"/>
            <a:ext cx="6717497" cy="632381"/>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000"/>
              </a:spcBef>
              <a:spcAft>
                <a:spcPts val="0"/>
              </a:spcAft>
              <a:buClr>
                <a:srgbClr val="152B77"/>
              </a:buClr>
              <a:buSzPts val="2400"/>
              <a:buFont typeface="Open Sans"/>
              <a:buNone/>
              <a:defRPr sz="2400" b="1">
                <a:solidFill>
                  <a:srgbClr val="152B77"/>
                </a:solidFill>
                <a:latin typeface="Open Sans"/>
                <a:ea typeface="Open Sans"/>
                <a:cs typeface="Open Sans"/>
                <a:sym typeface="Open Sans"/>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9"/>
          <p:cNvSpPr/>
          <p:nvPr/>
        </p:nvSpPr>
        <p:spPr>
          <a:xfrm rot="10800000">
            <a:off x="-156022" y="70870"/>
            <a:ext cx="12421323" cy="1442733"/>
          </a:xfrm>
          <a:custGeom>
            <a:avLst/>
            <a:gdLst/>
            <a:ahLst/>
            <a:cxnLst/>
            <a:rect l="l" t="t" r="r" b="b"/>
            <a:pathLst>
              <a:path w="19874116" h="2308373" extrusionOk="0">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cap="flat" cmpd="sng">
            <a:solidFill>
              <a:schemeClr val="accent1">
                <a:alpha val="40000"/>
              </a:scheme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0" name="Google Shape;30;p9"/>
          <p:cNvSpPr/>
          <p:nvPr/>
        </p:nvSpPr>
        <p:spPr>
          <a:xfrm rot="10800000">
            <a:off x="-1" y="2"/>
            <a:ext cx="12192000" cy="1227898"/>
          </a:xfrm>
          <a:custGeom>
            <a:avLst/>
            <a:gdLst/>
            <a:ahLst/>
            <a:cxnLst/>
            <a:rect l="l" t="t" r="r" b="b"/>
            <a:pathLst>
              <a:path w="19477036" h="1964635" extrusionOk="0">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E32D91"/>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1" name="Google Shape;31;p9"/>
          <p:cNvSpPr/>
          <p:nvPr/>
        </p:nvSpPr>
        <p:spPr>
          <a:xfrm>
            <a:off x="-168483" y="1463519"/>
            <a:ext cx="100169" cy="100169"/>
          </a:xfrm>
          <a:prstGeom prst="ellipse">
            <a:avLst/>
          </a:prstGeom>
          <a:gradFill>
            <a:gsLst>
              <a:gs pos="0">
                <a:schemeClr val="accent1"/>
              </a:gs>
              <a:gs pos="100000">
                <a:schemeClr val="accent2"/>
              </a:gs>
            </a:gsLst>
            <a:lin ang="0" scaled="0"/>
          </a:gradFill>
          <a:ln w="57150" cap="flat" cmpd="sng">
            <a:solidFill>
              <a:srgbClr val="0F2059">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2" name="Google Shape;32;p9"/>
          <p:cNvSpPr/>
          <p:nvPr/>
        </p:nvSpPr>
        <p:spPr>
          <a:xfrm>
            <a:off x="-112062" y="5323329"/>
            <a:ext cx="12421323" cy="1442733"/>
          </a:xfrm>
          <a:custGeom>
            <a:avLst/>
            <a:gdLst/>
            <a:ahLst/>
            <a:cxnLst/>
            <a:rect l="l" t="t" r="r" b="b"/>
            <a:pathLst>
              <a:path w="19874116" h="2308373" extrusionOk="0">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cap="flat" cmpd="sng">
            <a:solidFill>
              <a:schemeClr val="accent1">
                <a:alpha val="40000"/>
              </a:scheme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3" name="Google Shape;33;p9"/>
          <p:cNvSpPr/>
          <p:nvPr/>
        </p:nvSpPr>
        <p:spPr>
          <a:xfrm>
            <a:off x="0" y="5630104"/>
            <a:ext cx="12191999" cy="1227898"/>
          </a:xfrm>
          <a:custGeom>
            <a:avLst/>
            <a:gdLst/>
            <a:ahLst/>
            <a:cxnLst/>
            <a:rect l="l" t="t" r="r" b="b"/>
            <a:pathLst>
              <a:path w="19477036" h="1964635" extrusionOk="0">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152B77"/>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4" name="Google Shape;34;p9"/>
          <p:cNvSpPr/>
          <p:nvPr/>
        </p:nvSpPr>
        <p:spPr>
          <a:xfrm flipH="1">
            <a:off x="12234254" y="5273243"/>
            <a:ext cx="100169" cy="100169"/>
          </a:xfrm>
          <a:prstGeom prst="ellipse">
            <a:avLst/>
          </a:prstGeom>
          <a:gradFill>
            <a:gsLst>
              <a:gs pos="0">
                <a:schemeClr val="accent1"/>
              </a:gs>
              <a:gs pos="100000">
                <a:schemeClr val="accent2"/>
              </a:gs>
            </a:gsLst>
            <a:lin ang="0" scaled="0"/>
          </a:gradFill>
          <a:ln w="57150" cap="flat" cmpd="sng">
            <a:solidFill>
              <a:srgbClr val="0F2059">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5" name="Google Shape;35;p9"/>
          <p:cNvSpPr txBox="1"/>
          <p:nvPr/>
        </p:nvSpPr>
        <p:spPr>
          <a:xfrm>
            <a:off x="1600200" y="931397"/>
            <a:ext cx="10119132" cy="1044538"/>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152B77"/>
              </a:buClr>
              <a:buSzPts val="3200"/>
              <a:buFont typeface="Noto Sans"/>
              <a:buNone/>
            </a:pPr>
            <a:r>
              <a:rPr lang="en-US" sz="3200" b="1">
                <a:solidFill>
                  <a:srgbClr val="152B77"/>
                </a:solidFill>
                <a:latin typeface="Noto Sans"/>
                <a:ea typeface="Noto Sans"/>
                <a:cs typeface="Noto Sans"/>
                <a:sym typeface="Noto Sans"/>
              </a:rPr>
              <a:t>European Conference on EDGE AI</a:t>
            </a:r>
            <a:endParaRPr/>
          </a:p>
          <a:p>
            <a:pPr marL="0" marR="0" lvl="0" indent="0" algn="r" rtl="0">
              <a:lnSpc>
                <a:spcPct val="90000"/>
              </a:lnSpc>
              <a:spcBef>
                <a:spcPts val="0"/>
              </a:spcBef>
              <a:spcAft>
                <a:spcPts val="0"/>
              </a:spcAft>
              <a:buClr>
                <a:srgbClr val="152B77"/>
              </a:buClr>
              <a:buSzPts val="3200"/>
              <a:buFont typeface="Noto Sans"/>
              <a:buNone/>
            </a:pPr>
            <a:r>
              <a:rPr lang="en-US" sz="3200" b="1">
                <a:solidFill>
                  <a:srgbClr val="152B77"/>
                </a:solidFill>
                <a:latin typeface="Noto Sans"/>
                <a:ea typeface="Noto Sans"/>
                <a:cs typeface="Noto Sans"/>
                <a:sym typeface="Noto Sans"/>
              </a:rPr>
              <a:t>Technologies and Applications - EEAI</a:t>
            </a:r>
            <a:endParaRPr/>
          </a:p>
        </p:txBody>
      </p:sp>
      <p:sp>
        <p:nvSpPr>
          <p:cNvPr id="36" name="Google Shape;36;p9"/>
          <p:cNvSpPr txBox="1"/>
          <p:nvPr/>
        </p:nvSpPr>
        <p:spPr>
          <a:xfrm>
            <a:off x="2687216" y="5649913"/>
            <a:ext cx="7648205" cy="445492"/>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lt1"/>
              </a:buClr>
              <a:buSzPts val="2800"/>
              <a:buFont typeface="Arial"/>
              <a:buNone/>
            </a:pPr>
            <a:r>
              <a:rPr lang="en-US" sz="2800">
                <a:solidFill>
                  <a:schemeClr val="lt1"/>
                </a:solidFill>
                <a:latin typeface="Century Gothic"/>
                <a:ea typeface="Century Gothic"/>
                <a:cs typeface="Century Gothic"/>
                <a:sym typeface="Century Gothic"/>
              </a:rPr>
              <a:t>Milan, </a:t>
            </a:r>
            <a:r>
              <a:rPr lang="en-US" sz="2800">
                <a:solidFill>
                  <a:schemeClr val="lt1"/>
                </a:solidFill>
                <a:latin typeface="Open Sans"/>
                <a:ea typeface="Open Sans"/>
                <a:cs typeface="Open Sans"/>
                <a:sym typeface="Open Sans"/>
              </a:rPr>
              <a:t>Ita</a:t>
            </a:r>
            <a:r>
              <a:rPr lang="en-US" sz="2600" b="1">
                <a:solidFill>
                  <a:srgbClr val="152B77"/>
                </a:solidFill>
                <a:latin typeface="Open Sans"/>
                <a:ea typeface="Open Sans"/>
                <a:cs typeface="Open Sans"/>
                <a:sym typeface="Open Sans"/>
              </a:rPr>
              <a:t>17-19 October 2023 Athens, Greece</a:t>
            </a:r>
            <a:endParaRPr sz="2600" b="1">
              <a:solidFill>
                <a:srgbClr val="152B77"/>
              </a:solidFill>
              <a:latin typeface="Open Sans"/>
              <a:ea typeface="Open Sans"/>
              <a:cs typeface="Open Sans"/>
              <a:sym typeface="Open Sans"/>
            </a:endParaRPr>
          </a:p>
        </p:txBody>
      </p:sp>
      <p:sp>
        <p:nvSpPr>
          <p:cNvPr id="37" name="Google Shape;37;p9"/>
          <p:cNvSpPr txBox="1">
            <a:spLocks noGrp="1"/>
          </p:cNvSpPr>
          <p:nvPr>
            <p:ph type="body" idx="2"/>
          </p:nvPr>
        </p:nvSpPr>
        <p:spPr>
          <a:xfrm>
            <a:off x="2926650" y="2706894"/>
            <a:ext cx="9156999" cy="632381"/>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000"/>
              </a:spcBef>
              <a:spcAft>
                <a:spcPts val="0"/>
              </a:spcAft>
              <a:buClr>
                <a:srgbClr val="152B77"/>
              </a:buClr>
              <a:buSzPts val="2800"/>
              <a:buFont typeface="Open Sans"/>
              <a:buNone/>
              <a:defRPr sz="2800" b="1">
                <a:solidFill>
                  <a:srgbClr val="152B77"/>
                </a:solidFill>
                <a:latin typeface="Open Sans"/>
                <a:ea typeface="Open Sans"/>
                <a:cs typeface="Open Sans"/>
                <a:sym typeface="Open Sans"/>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9"/>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9"/>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9"/>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1" name="Google Shape;41;p9"/>
          <p:cNvSpPr txBox="1"/>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1">
                <a:solidFill>
                  <a:schemeClr val="accent5"/>
                </a:solidFill>
                <a:latin typeface="Arial"/>
                <a:ea typeface="Arial"/>
                <a:cs typeface="Arial"/>
                <a:sym typeface="Arial"/>
              </a:rPr>
              <a:t>‹#›</a:t>
            </a:fld>
            <a:endParaRPr sz="800" b="1">
              <a:solidFill>
                <a:schemeClr val="accent5"/>
              </a:solidFill>
              <a:latin typeface="Arial"/>
              <a:ea typeface="Arial"/>
              <a:cs typeface="Arial"/>
              <a:sym typeface="Arial"/>
            </a:endParaRPr>
          </a:p>
        </p:txBody>
      </p:sp>
      <p:sp>
        <p:nvSpPr>
          <p:cNvPr id="42" name="Google Shape;42;p9"/>
          <p:cNvSpPr txBox="1"/>
          <p:nvPr/>
        </p:nvSpPr>
        <p:spPr>
          <a:xfrm>
            <a:off x="9613839" y="6600950"/>
            <a:ext cx="138047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lt1"/>
                </a:solidFill>
                <a:latin typeface="Calibri"/>
                <a:ea typeface="Calibri"/>
                <a:cs typeface="Calibri"/>
                <a:sym typeface="Calibri"/>
              </a:rPr>
              <a:t>Copyright © 2023</a:t>
            </a:r>
            <a:endParaRPr/>
          </a:p>
        </p:txBody>
      </p:sp>
      <p:pic>
        <p:nvPicPr>
          <p:cNvPr id="43" name="Google Shape;43;p9" descr="A purple and blue logo&#10;&#10;Description automatically generated"/>
          <p:cNvPicPr preferRelativeResize="0"/>
          <p:nvPr/>
        </p:nvPicPr>
        <p:blipFill rotWithShape="1">
          <a:blip r:embed="rId2">
            <a:alphaModFix/>
          </a:blip>
          <a:srcRect/>
          <a:stretch/>
        </p:blipFill>
        <p:spPr>
          <a:xfrm>
            <a:off x="183450" y="2411396"/>
            <a:ext cx="2482195" cy="14427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5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750"/>
                                        <p:tgtEl>
                                          <p:spTgt spid="33"/>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250"/>
                                  </p:stCondLst>
                                  <p:childTnLst>
                                    <p:set>
                                      <p:cBhvr>
                                        <p:cTn id="9" dur="1" fill="hold">
                                          <p:stCondLst>
                                            <p:cond delay="0"/>
                                          </p:stCondLst>
                                        </p:cTn>
                                        <p:tgtEl>
                                          <p:spTgt spid="30"/>
                                        </p:tgtEl>
                                        <p:attrNameLst>
                                          <p:attrName>style.visibility</p:attrName>
                                        </p:attrNameLst>
                                      </p:cBhvr>
                                      <p:to>
                                        <p:strVal val="visible"/>
                                      </p:to>
                                    </p:set>
                                    <p:anim calcmode="lin" valueType="num">
                                      <p:cBhvr additive="base">
                                        <p:cTn id="10" dur="750"/>
                                        <p:tgtEl>
                                          <p:spTgt spid="30"/>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25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1000"/>
                                        <p:tgtEl>
                                          <p:spTgt spid="32"/>
                                        </p:tgtEl>
                                        <p:attrNameLst>
                                          <p:attrName>ppt_y</p:attrName>
                                        </p:attrNameLst>
                                      </p:cBhvr>
                                      <p:tavLst>
                                        <p:tav tm="0">
                                          <p:val>
                                            <p:strVal val="#ppt_y+1"/>
                                          </p:val>
                                        </p:tav>
                                        <p:tav tm="100000">
                                          <p:val>
                                            <p:strVal val="#ppt_y"/>
                                          </p:val>
                                        </p:tav>
                                      </p:tavLst>
                                    </p:anim>
                                  </p:childTnLst>
                                </p:cTn>
                              </p:par>
                              <p:par>
                                <p:cTn id="14" presetID="2" presetClass="entr" presetSubtype="1" fill="hold" nodeType="withEffect">
                                  <p:stCondLst>
                                    <p:cond delay="250"/>
                                  </p:stCondLst>
                                  <p:childTnLst>
                                    <p:set>
                                      <p:cBhvr>
                                        <p:cTn id="15" dur="1" fill="hold">
                                          <p:stCondLst>
                                            <p:cond delay="0"/>
                                          </p:stCondLst>
                                        </p:cTn>
                                        <p:tgtEl>
                                          <p:spTgt spid="29"/>
                                        </p:tgtEl>
                                        <p:attrNameLst>
                                          <p:attrName>style.visibility</p:attrName>
                                        </p:attrNameLst>
                                      </p:cBhvr>
                                      <p:to>
                                        <p:strVal val="visible"/>
                                      </p:to>
                                    </p:set>
                                    <p:anim calcmode="lin" valueType="num">
                                      <p:cBhvr additive="base">
                                        <p:cTn id="16" dur="1000"/>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179388" y="887413"/>
            <a:ext cx="11824060" cy="5691187"/>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rgbClr val="102059"/>
              </a:buClr>
              <a:buSzPts val="2800"/>
              <a:buChar char="•"/>
              <a:defRPr/>
            </a:lvl1pPr>
            <a:lvl2pPr marL="914400" lvl="1" indent="-381000" algn="just">
              <a:lnSpc>
                <a:spcPct val="90000"/>
              </a:lnSpc>
              <a:spcBef>
                <a:spcPts val="500"/>
              </a:spcBef>
              <a:spcAft>
                <a:spcPts val="0"/>
              </a:spcAft>
              <a:buClr>
                <a:srgbClr val="102059"/>
              </a:buClr>
              <a:buSzPts val="2400"/>
              <a:buChar char="•"/>
              <a:defRPr/>
            </a:lvl2pPr>
            <a:lvl3pPr marL="1371600" lvl="2" indent="-355600" algn="just">
              <a:lnSpc>
                <a:spcPct val="90000"/>
              </a:lnSpc>
              <a:spcBef>
                <a:spcPts val="500"/>
              </a:spcBef>
              <a:spcAft>
                <a:spcPts val="0"/>
              </a:spcAft>
              <a:buClr>
                <a:srgbClr val="102059"/>
              </a:buClr>
              <a:buSzPts val="20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7"/>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800" b="1">
                <a:solidFill>
                  <a:schemeClr val="accent5"/>
                </a:solidFill>
                <a:latin typeface="Open Sans"/>
                <a:ea typeface="Open Sans"/>
                <a:cs typeface="Open Sans"/>
                <a:sym typeface="Open Sans"/>
              </a:defRPr>
            </a:lvl1pPr>
            <a:lvl2pPr marL="0" lvl="1" indent="0" algn="ctr">
              <a:spcBef>
                <a:spcPts val="0"/>
              </a:spcBef>
              <a:buNone/>
              <a:defRPr sz="800" b="1">
                <a:solidFill>
                  <a:schemeClr val="accent5"/>
                </a:solidFill>
                <a:latin typeface="Open Sans"/>
                <a:ea typeface="Open Sans"/>
                <a:cs typeface="Open Sans"/>
                <a:sym typeface="Open Sans"/>
              </a:defRPr>
            </a:lvl2pPr>
            <a:lvl3pPr marL="0" lvl="2" indent="0" algn="ctr">
              <a:spcBef>
                <a:spcPts val="0"/>
              </a:spcBef>
              <a:buNone/>
              <a:defRPr sz="800" b="1">
                <a:solidFill>
                  <a:schemeClr val="accent5"/>
                </a:solidFill>
                <a:latin typeface="Open Sans"/>
                <a:ea typeface="Open Sans"/>
                <a:cs typeface="Open Sans"/>
                <a:sym typeface="Open Sans"/>
              </a:defRPr>
            </a:lvl3pPr>
            <a:lvl4pPr marL="0" lvl="3" indent="0" algn="ctr">
              <a:spcBef>
                <a:spcPts val="0"/>
              </a:spcBef>
              <a:buNone/>
              <a:defRPr sz="800" b="1">
                <a:solidFill>
                  <a:schemeClr val="accent5"/>
                </a:solidFill>
                <a:latin typeface="Open Sans"/>
                <a:ea typeface="Open Sans"/>
                <a:cs typeface="Open Sans"/>
                <a:sym typeface="Open Sans"/>
              </a:defRPr>
            </a:lvl4pPr>
            <a:lvl5pPr marL="0" lvl="4" indent="0" algn="ctr">
              <a:spcBef>
                <a:spcPts val="0"/>
              </a:spcBef>
              <a:buNone/>
              <a:defRPr sz="800" b="1">
                <a:solidFill>
                  <a:schemeClr val="accent5"/>
                </a:solidFill>
                <a:latin typeface="Open Sans"/>
                <a:ea typeface="Open Sans"/>
                <a:cs typeface="Open Sans"/>
                <a:sym typeface="Open Sans"/>
              </a:defRPr>
            </a:lvl5pPr>
            <a:lvl6pPr marL="0" lvl="5" indent="0" algn="ctr">
              <a:spcBef>
                <a:spcPts val="0"/>
              </a:spcBef>
              <a:buNone/>
              <a:defRPr sz="800" b="1">
                <a:solidFill>
                  <a:schemeClr val="accent5"/>
                </a:solidFill>
                <a:latin typeface="Open Sans"/>
                <a:ea typeface="Open Sans"/>
                <a:cs typeface="Open Sans"/>
                <a:sym typeface="Open Sans"/>
              </a:defRPr>
            </a:lvl6pPr>
            <a:lvl7pPr marL="0" lvl="6" indent="0" algn="ctr">
              <a:spcBef>
                <a:spcPts val="0"/>
              </a:spcBef>
              <a:buNone/>
              <a:defRPr sz="800" b="1">
                <a:solidFill>
                  <a:schemeClr val="accent5"/>
                </a:solidFill>
                <a:latin typeface="Open Sans"/>
                <a:ea typeface="Open Sans"/>
                <a:cs typeface="Open Sans"/>
                <a:sym typeface="Open Sans"/>
              </a:defRPr>
            </a:lvl7pPr>
            <a:lvl8pPr marL="0" lvl="7" indent="0" algn="ctr">
              <a:spcBef>
                <a:spcPts val="0"/>
              </a:spcBef>
              <a:buNone/>
              <a:defRPr sz="800" b="1">
                <a:solidFill>
                  <a:schemeClr val="accent5"/>
                </a:solidFill>
                <a:latin typeface="Open Sans"/>
                <a:ea typeface="Open Sans"/>
                <a:cs typeface="Open Sans"/>
                <a:sym typeface="Open Sans"/>
              </a:defRPr>
            </a:lvl8pPr>
            <a:lvl9pPr marL="0" lvl="8" indent="0" algn="ctr">
              <a:spcBef>
                <a:spcPts val="0"/>
              </a:spcBef>
              <a:buNone/>
              <a:defRPr sz="800" b="1">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50"/>
        <p:cNvGrpSpPr/>
        <p:nvPr/>
      </p:nvGrpSpPr>
      <p:grpSpPr>
        <a:xfrm>
          <a:off x="0" y="0"/>
          <a:ext cx="0" cy="0"/>
          <a:chOff x="0" y="0"/>
          <a:chExt cx="0" cy="0"/>
        </a:xfrm>
      </p:grpSpPr>
      <p:sp>
        <p:nvSpPr>
          <p:cNvPr id="51" name="Google Shape;51;p10"/>
          <p:cNvSpPr>
            <a:spLocks noGrp="1"/>
          </p:cNvSpPr>
          <p:nvPr>
            <p:ph type="pic" idx="2"/>
          </p:nvPr>
        </p:nvSpPr>
        <p:spPr>
          <a:xfrm>
            <a:off x="193193" y="2866870"/>
            <a:ext cx="4163282" cy="3603937"/>
          </a:xfrm>
          <a:prstGeom prst="rect">
            <a:avLst/>
          </a:prstGeom>
          <a:noFill/>
          <a:ln>
            <a:noFill/>
          </a:ln>
        </p:spPr>
      </p:sp>
      <p:sp>
        <p:nvSpPr>
          <p:cNvPr id="52" name="Google Shape;52;p10"/>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10"/>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0"/>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0"/>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56"/>
        <p:cNvGrpSpPr/>
        <p:nvPr/>
      </p:nvGrpSpPr>
      <p:grpSpPr>
        <a:xfrm>
          <a:off x="0" y="0"/>
          <a:ext cx="0" cy="0"/>
          <a:chOff x="0" y="0"/>
          <a:chExt cx="0" cy="0"/>
        </a:xfrm>
      </p:grpSpPr>
      <p:sp>
        <p:nvSpPr>
          <p:cNvPr id="57" name="Google Shape;57;p11"/>
          <p:cNvSpPr>
            <a:spLocks noGrp="1"/>
          </p:cNvSpPr>
          <p:nvPr>
            <p:ph type="pic" idx="2"/>
          </p:nvPr>
        </p:nvSpPr>
        <p:spPr>
          <a:xfrm>
            <a:off x="185061" y="1066689"/>
            <a:ext cx="3902753" cy="2364126"/>
          </a:xfrm>
          <a:prstGeom prst="rect">
            <a:avLst/>
          </a:prstGeom>
          <a:noFill/>
          <a:ln>
            <a:noFill/>
          </a:ln>
        </p:spPr>
      </p:sp>
      <p:sp>
        <p:nvSpPr>
          <p:cNvPr id="58" name="Google Shape;58;p11"/>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1"/>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1"/>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1"/>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62"/>
        <p:cNvGrpSpPr/>
        <p:nvPr/>
      </p:nvGrpSpPr>
      <p:grpSpPr>
        <a:xfrm>
          <a:off x="0" y="0"/>
          <a:ext cx="0" cy="0"/>
          <a:chOff x="0" y="0"/>
          <a:chExt cx="0" cy="0"/>
        </a:xfrm>
      </p:grpSpPr>
      <p:sp>
        <p:nvSpPr>
          <p:cNvPr id="63" name="Google Shape;63;p12"/>
          <p:cNvSpPr>
            <a:spLocks noGrp="1"/>
          </p:cNvSpPr>
          <p:nvPr>
            <p:ph type="pic" idx="2"/>
          </p:nvPr>
        </p:nvSpPr>
        <p:spPr>
          <a:xfrm>
            <a:off x="681554" y="2269419"/>
            <a:ext cx="2673431" cy="4282412"/>
          </a:xfrm>
          <a:prstGeom prst="rect">
            <a:avLst/>
          </a:prstGeom>
          <a:noFill/>
          <a:ln>
            <a:noFill/>
          </a:ln>
        </p:spPr>
      </p:sp>
      <p:sp>
        <p:nvSpPr>
          <p:cNvPr id="64" name="Google Shape;64;p12"/>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2"/>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2"/>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2"/>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68"/>
        <p:cNvGrpSpPr/>
        <p:nvPr/>
      </p:nvGrpSpPr>
      <p:grpSpPr>
        <a:xfrm>
          <a:off x="0" y="0"/>
          <a:ext cx="0" cy="0"/>
          <a:chOff x="0" y="0"/>
          <a:chExt cx="0" cy="0"/>
        </a:xfrm>
      </p:grpSpPr>
      <p:sp>
        <p:nvSpPr>
          <p:cNvPr id="69" name="Google Shape;69;p13"/>
          <p:cNvSpPr>
            <a:spLocks noGrp="1"/>
          </p:cNvSpPr>
          <p:nvPr>
            <p:ph type="pic" idx="2"/>
          </p:nvPr>
        </p:nvSpPr>
        <p:spPr>
          <a:xfrm>
            <a:off x="166010" y="2743200"/>
            <a:ext cx="5882365" cy="3851275"/>
          </a:xfrm>
          <a:prstGeom prst="rect">
            <a:avLst/>
          </a:prstGeom>
          <a:noFill/>
          <a:ln>
            <a:noFill/>
          </a:ln>
        </p:spPr>
      </p:sp>
      <p:sp>
        <p:nvSpPr>
          <p:cNvPr id="70" name="Google Shape;70;p13"/>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3"/>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3"/>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3"/>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74"/>
        <p:cNvGrpSpPr/>
        <p:nvPr/>
      </p:nvGrpSpPr>
      <p:grpSpPr>
        <a:xfrm>
          <a:off x="0" y="0"/>
          <a:ext cx="0" cy="0"/>
          <a:chOff x="0" y="0"/>
          <a:chExt cx="0" cy="0"/>
        </a:xfrm>
      </p:grpSpPr>
      <p:sp>
        <p:nvSpPr>
          <p:cNvPr id="75" name="Google Shape;75;p14"/>
          <p:cNvSpPr>
            <a:spLocks noGrp="1"/>
          </p:cNvSpPr>
          <p:nvPr>
            <p:ph type="pic" idx="2"/>
          </p:nvPr>
        </p:nvSpPr>
        <p:spPr>
          <a:xfrm>
            <a:off x="684856" y="1772677"/>
            <a:ext cx="2990088" cy="1965960"/>
          </a:xfrm>
          <a:prstGeom prst="rect">
            <a:avLst/>
          </a:prstGeom>
          <a:noFill/>
          <a:ln>
            <a:noFill/>
          </a:ln>
        </p:spPr>
      </p:sp>
      <p:sp>
        <p:nvSpPr>
          <p:cNvPr id="76" name="Google Shape;76;p14"/>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4"/>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4"/>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4"/>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80"/>
        <p:cNvGrpSpPr/>
        <p:nvPr/>
      </p:nvGrpSpPr>
      <p:grpSpPr>
        <a:xfrm>
          <a:off x="0" y="0"/>
          <a:ext cx="0" cy="0"/>
          <a:chOff x="0" y="0"/>
          <a:chExt cx="0" cy="0"/>
        </a:xfrm>
      </p:grpSpPr>
      <p:sp>
        <p:nvSpPr>
          <p:cNvPr id="81" name="Google Shape;81;p15"/>
          <p:cNvSpPr>
            <a:spLocks noGrp="1"/>
          </p:cNvSpPr>
          <p:nvPr>
            <p:ph type="pic" idx="2"/>
          </p:nvPr>
        </p:nvSpPr>
        <p:spPr>
          <a:xfrm>
            <a:off x="211249" y="908405"/>
            <a:ext cx="11769505" cy="2534663"/>
          </a:xfrm>
          <a:prstGeom prst="rect">
            <a:avLst/>
          </a:prstGeom>
          <a:noFill/>
          <a:ln>
            <a:noFill/>
          </a:ln>
        </p:spPr>
      </p:sp>
      <p:sp>
        <p:nvSpPr>
          <p:cNvPr id="82" name="Google Shape;82;p15"/>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5"/>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5"/>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5"/>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86"/>
        <p:cNvGrpSpPr/>
        <p:nvPr/>
      </p:nvGrpSpPr>
      <p:grpSpPr>
        <a:xfrm>
          <a:off x="0" y="0"/>
          <a:ext cx="0" cy="0"/>
          <a:chOff x="0" y="0"/>
          <a:chExt cx="0" cy="0"/>
        </a:xfrm>
      </p:grpSpPr>
      <p:sp>
        <p:nvSpPr>
          <p:cNvPr id="87" name="Google Shape;87;p16"/>
          <p:cNvSpPr>
            <a:spLocks noGrp="1"/>
          </p:cNvSpPr>
          <p:nvPr>
            <p:ph type="pic" idx="2"/>
          </p:nvPr>
        </p:nvSpPr>
        <p:spPr>
          <a:xfrm>
            <a:off x="5159323" y="4660124"/>
            <a:ext cx="1873360" cy="1873360"/>
          </a:xfrm>
          <a:prstGeom prst="rect">
            <a:avLst/>
          </a:prstGeom>
          <a:noFill/>
          <a:ln>
            <a:noFill/>
          </a:ln>
        </p:spPr>
      </p:sp>
      <p:sp>
        <p:nvSpPr>
          <p:cNvPr id="88" name="Google Shape;88;p16"/>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6"/>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6"/>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6"/>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6000"/>
              <a:buFont typeface="Noto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888888"/>
              </a:buClr>
              <a:buSzPts val="2400"/>
              <a:buNone/>
              <a:defRPr sz="2400">
                <a:solidFill>
                  <a:srgbClr val="888888"/>
                </a:solidFill>
              </a:defRPr>
            </a:lvl1pPr>
            <a:lvl2pPr marL="914400" lvl="1" indent="-228600" algn="just">
              <a:lnSpc>
                <a:spcPct val="90000"/>
              </a:lnSpc>
              <a:spcBef>
                <a:spcPts val="500"/>
              </a:spcBef>
              <a:spcAft>
                <a:spcPts val="0"/>
              </a:spcAft>
              <a:buClr>
                <a:srgbClr val="888888"/>
              </a:buClr>
              <a:buSzPts val="2000"/>
              <a:buNone/>
              <a:defRPr sz="2000">
                <a:solidFill>
                  <a:srgbClr val="888888"/>
                </a:solidFill>
              </a:defRPr>
            </a:lvl2pPr>
            <a:lvl3pPr marL="1371600" lvl="2" indent="-228600" algn="just">
              <a:lnSpc>
                <a:spcPct val="90000"/>
              </a:lnSpc>
              <a:spcBef>
                <a:spcPts val="500"/>
              </a:spcBef>
              <a:spcAft>
                <a:spcPts val="0"/>
              </a:spcAft>
              <a:buClr>
                <a:srgbClr val="888888"/>
              </a:buClr>
              <a:buSzPts val="1800"/>
              <a:buNone/>
              <a:defRPr sz="1800">
                <a:solidFill>
                  <a:srgbClr val="888888"/>
                </a:solidFill>
              </a:defRPr>
            </a:lvl3pPr>
            <a:lvl4pPr marL="1828800" lvl="3" indent="-228600" algn="just">
              <a:lnSpc>
                <a:spcPct val="90000"/>
              </a:lnSpc>
              <a:spcBef>
                <a:spcPts val="500"/>
              </a:spcBef>
              <a:spcAft>
                <a:spcPts val="0"/>
              </a:spcAft>
              <a:buClr>
                <a:srgbClr val="888888"/>
              </a:buClr>
              <a:buSzPts val="1600"/>
              <a:buNone/>
              <a:defRPr sz="1600">
                <a:solidFill>
                  <a:srgbClr val="888888"/>
                </a:solidFill>
              </a:defRPr>
            </a:lvl4pPr>
            <a:lvl5pPr marL="2286000" lvl="4" indent="-228600" algn="just">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5" name="Google Shape;95;p17"/>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7"/>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18"/>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8"/>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8"/>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102059"/>
              </a:buClr>
              <a:buSzPts val="2400"/>
              <a:buNone/>
              <a:defRPr sz="2400" b="1"/>
            </a:lvl1pPr>
            <a:lvl2pPr marL="914400" lvl="1" indent="-228600" algn="just">
              <a:lnSpc>
                <a:spcPct val="90000"/>
              </a:lnSpc>
              <a:spcBef>
                <a:spcPts val="500"/>
              </a:spcBef>
              <a:spcAft>
                <a:spcPts val="0"/>
              </a:spcAft>
              <a:buClr>
                <a:srgbClr val="102059"/>
              </a:buClr>
              <a:buSzPts val="2000"/>
              <a:buNone/>
              <a:defRPr sz="2000" b="1"/>
            </a:lvl2pPr>
            <a:lvl3pPr marL="1371600" lvl="2" indent="-228600" algn="just">
              <a:lnSpc>
                <a:spcPct val="90000"/>
              </a:lnSpc>
              <a:spcBef>
                <a:spcPts val="500"/>
              </a:spcBef>
              <a:spcAft>
                <a:spcPts val="0"/>
              </a:spcAft>
              <a:buClr>
                <a:srgbClr val="102059"/>
              </a:buClr>
              <a:buSzPts val="1800"/>
              <a:buNone/>
              <a:defRPr sz="1800" b="1"/>
            </a:lvl3pPr>
            <a:lvl4pPr marL="1828800" lvl="3" indent="-228600" algn="just">
              <a:lnSpc>
                <a:spcPct val="90000"/>
              </a:lnSpc>
              <a:spcBef>
                <a:spcPts val="500"/>
              </a:spcBef>
              <a:spcAft>
                <a:spcPts val="0"/>
              </a:spcAft>
              <a:buClr>
                <a:srgbClr val="102059"/>
              </a:buClr>
              <a:buSzPts val="1600"/>
              <a:buNone/>
              <a:defRPr sz="1600" b="1"/>
            </a:lvl4pPr>
            <a:lvl5pPr marL="2286000" lvl="4" indent="-228600" algn="just">
              <a:lnSpc>
                <a:spcPct val="90000"/>
              </a:lnSpc>
              <a:spcBef>
                <a:spcPts val="500"/>
              </a:spcBef>
              <a:spcAft>
                <a:spcPts val="0"/>
              </a:spcAft>
              <a:buClr>
                <a:srgbClr val="1020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8" name="Google Shape;108;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102059"/>
              </a:buClr>
              <a:buSzPts val="2400"/>
              <a:buNone/>
              <a:defRPr sz="2400" b="1"/>
            </a:lvl1pPr>
            <a:lvl2pPr marL="914400" lvl="1" indent="-228600" algn="just">
              <a:lnSpc>
                <a:spcPct val="90000"/>
              </a:lnSpc>
              <a:spcBef>
                <a:spcPts val="500"/>
              </a:spcBef>
              <a:spcAft>
                <a:spcPts val="0"/>
              </a:spcAft>
              <a:buClr>
                <a:srgbClr val="102059"/>
              </a:buClr>
              <a:buSzPts val="2000"/>
              <a:buNone/>
              <a:defRPr sz="2000" b="1"/>
            </a:lvl2pPr>
            <a:lvl3pPr marL="1371600" lvl="2" indent="-228600" algn="just">
              <a:lnSpc>
                <a:spcPct val="90000"/>
              </a:lnSpc>
              <a:spcBef>
                <a:spcPts val="500"/>
              </a:spcBef>
              <a:spcAft>
                <a:spcPts val="0"/>
              </a:spcAft>
              <a:buClr>
                <a:srgbClr val="102059"/>
              </a:buClr>
              <a:buSzPts val="1800"/>
              <a:buNone/>
              <a:defRPr sz="1800" b="1"/>
            </a:lvl3pPr>
            <a:lvl4pPr marL="1828800" lvl="3" indent="-228600" algn="just">
              <a:lnSpc>
                <a:spcPct val="90000"/>
              </a:lnSpc>
              <a:spcBef>
                <a:spcPts val="500"/>
              </a:spcBef>
              <a:spcAft>
                <a:spcPts val="0"/>
              </a:spcAft>
              <a:buClr>
                <a:srgbClr val="102059"/>
              </a:buClr>
              <a:buSzPts val="1600"/>
              <a:buNone/>
              <a:defRPr sz="1600" b="1"/>
            </a:lvl4pPr>
            <a:lvl5pPr marL="2286000" lvl="4" indent="-228600" algn="just">
              <a:lnSpc>
                <a:spcPct val="90000"/>
              </a:lnSpc>
              <a:spcBef>
                <a:spcPts val="500"/>
              </a:spcBef>
              <a:spcAft>
                <a:spcPts val="0"/>
              </a:spcAft>
              <a:buClr>
                <a:srgbClr val="1020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19"/>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19"/>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9"/>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185060" y="91074"/>
            <a:ext cx="11824060" cy="8032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20"/>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0"/>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0"/>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9"/>
        <p:cNvGrpSpPr/>
        <p:nvPr/>
      </p:nvGrpSpPr>
      <p:grpSpPr>
        <a:xfrm>
          <a:off x="0" y="0"/>
          <a:ext cx="0" cy="0"/>
          <a:chOff x="0" y="0"/>
          <a:chExt cx="0" cy="0"/>
        </a:xfrm>
      </p:grpSpPr>
      <p:sp>
        <p:nvSpPr>
          <p:cNvPr id="120" name="Google Shape;120;p21"/>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1"/>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1"/>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No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just">
              <a:lnSpc>
                <a:spcPct val="90000"/>
              </a:lnSpc>
              <a:spcBef>
                <a:spcPts val="1000"/>
              </a:spcBef>
              <a:spcAft>
                <a:spcPts val="0"/>
              </a:spcAft>
              <a:buClr>
                <a:srgbClr val="102059"/>
              </a:buClr>
              <a:buSzPts val="3200"/>
              <a:buChar char="•"/>
              <a:defRPr sz="3200"/>
            </a:lvl1pPr>
            <a:lvl2pPr marL="914400" lvl="1" indent="-406400" algn="just">
              <a:lnSpc>
                <a:spcPct val="90000"/>
              </a:lnSpc>
              <a:spcBef>
                <a:spcPts val="500"/>
              </a:spcBef>
              <a:spcAft>
                <a:spcPts val="0"/>
              </a:spcAft>
              <a:buClr>
                <a:srgbClr val="102059"/>
              </a:buClr>
              <a:buSzPts val="2800"/>
              <a:buChar char="•"/>
              <a:defRPr sz="2800"/>
            </a:lvl2pPr>
            <a:lvl3pPr marL="1371600" lvl="2" indent="-381000" algn="just">
              <a:lnSpc>
                <a:spcPct val="90000"/>
              </a:lnSpc>
              <a:spcBef>
                <a:spcPts val="500"/>
              </a:spcBef>
              <a:spcAft>
                <a:spcPts val="0"/>
              </a:spcAft>
              <a:buClr>
                <a:srgbClr val="102059"/>
              </a:buClr>
              <a:buSzPts val="2400"/>
              <a:buChar char="•"/>
              <a:defRPr sz="2400"/>
            </a:lvl3pPr>
            <a:lvl4pPr marL="1828800" lvl="3" indent="-355600" algn="just">
              <a:lnSpc>
                <a:spcPct val="90000"/>
              </a:lnSpc>
              <a:spcBef>
                <a:spcPts val="500"/>
              </a:spcBef>
              <a:spcAft>
                <a:spcPts val="0"/>
              </a:spcAft>
              <a:buClr>
                <a:srgbClr val="102059"/>
              </a:buClr>
              <a:buSzPts val="2000"/>
              <a:buChar char="•"/>
              <a:defRPr sz="2000"/>
            </a:lvl4pPr>
            <a:lvl5pPr marL="2286000" lvl="4" indent="-355600" algn="just">
              <a:lnSpc>
                <a:spcPct val="90000"/>
              </a:lnSpc>
              <a:spcBef>
                <a:spcPts val="500"/>
              </a:spcBef>
              <a:spcAft>
                <a:spcPts val="0"/>
              </a:spcAft>
              <a:buClr>
                <a:srgbClr val="102059"/>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6" name="Google Shape;126;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02059"/>
              </a:buClr>
              <a:buSzPts val="1600"/>
              <a:buNone/>
              <a:defRPr sz="1600"/>
            </a:lvl1pPr>
            <a:lvl2pPr marL="914400" lvl="1" indent="-228600" algn="just">
              <a:lnSpc>
                <a:spcPct val="90000"/>
              </a:lnSpc>
              <a:spcBef>
                <a:spcPts val="500"/>
              </a:spcBef>
              <a:spcAft>
                <a:spcPts val="0"/>
              </a:spcAft>
              <a:buClr>
                <a:srgbClr val="102059"/>
              </a:buClr>
              <a:buSzPts val="1400"/>
              <a:buNone/>
              <a:defRPr sz="1400"/>
            </a:lvl2pPr>
            <a:lvl3pPr marL="1371600" lvl="2" indent="-228600" algn="just">
              <a:lnSpc>
                <a:spcPct val="90000"/>
              </a:lnSpc>
              <a:spcBef>
                <a:spcPts val="500"/>
              </a:spcBef>
              <a:spcAft>
                <a:spcPts val="0"/>
              </a:spcAft>
              <a:buClr>
                <a:srgbClr val="102059"/>
              </a:buClr>
              <a:buSzPts val="1200"/>
              <a:buNone/>
              <a:defRPr sz="1200"/>
            </a:lvl3pPr>
            <a:lvl4pPr marL="1828800" lvl="3" indent="-228600" algn="just">
              <a:lnSpc>
                <a:spcPct val="90000"/>
              </a:lnSpc>
              <a:spcBef>
                <a:spcPts val="500"/>
              </a:spcBef>
              <a:spcAft>
                <a:spcPts val="0"/>
              </a:spcAft>
              <a:buClr>
                <a:srgbClr val="102059"/>
              </a:buClr>
              <a:buSzPts val="1000"/>
              <a:buNone/>
              <a:defRPr sz="1000"/>
            </a:lvl4pPr>
            <a:lvl5pPr marL="2286000" lvl="4" indent="-228600" algn="just">
              <a:lnSpc>
                <a:spcPct val="90000"/>
              </a:lnSpc>
              <a:spcBef>
                <a:spcPts val="500"/>
              </a:spcBef>
              <a:spcAft>
                <a:spcPts val="0"/>
              </a:spcAft>
              <a:buClr>
                <a:srgbClr val="1020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7" name="Google Shape;127;p22"/>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2"/>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2"/>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No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23"/>
          <p:cNvSpPr>
            <a:spLocks noGrp="1"/>
          </p:cNvSpPr>
          <p:nvPr>
            <p:ph type="pic" idx="2"/>
          </p:nvPr>
        </p:nvSpPr>
        <p:spPr>
          <a:xfrm>
            <a:off x="5183188" y="987425"/>
            <a:ext cx="6172200" cy="4873625"/>
          </a:xfrm>
          <a:prstGeom prst="rect">
            <a:avLst/>
          </a:prstGeom>
          <a:noFill/>
          <a:ln>
            <a:noFill/>
          </a:ln>
        </p:spPr>
      </p:sp>
      <p:sp>
        <p:nvSpPr>
          <p:cNvPr id="133" name="Google Shape;133;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02059"/>
              </a:buClr>
              <a:buSzPts val="1600"/>
              <a:buNone/>
              <a:defRPr sz="1600"/>
            </a:lvl1pPr>
            <a:lvl2pPr marL="914400" lvl="1" indent="-228600" algn="just">
              <a:lnSpc>
                <a:spcPct val="90000"/>
              </a:lnSpc>
              <a:spcBef>
                <a:spcPts val="500"/>
              </a:spcBef>
              <a:spcAft>
                <a:spcPts val="0"/>
              </a:spcAft>
              <a:buClr>
                <a:srgbClr val="102059"/>
              </a:buClr>
              <a:buSzPts val="1400"/>
              <a:buNone/>
              <a:defRPr sz="1400"/>
            </a:lvl2pPr>
            <a:lvl3pPr marL="1371600" lvl="2" indent="-228600" algn="just">
              <a:lnSpc>
                <a:spcPct val="90000"/>
              </a:lnSpc>
              <a:spcBef>
                <a:spcPts val="500"/>
              </a:spcBef>
              <a:spcAft>
                <a:spcPts val="0"/>
              </a:spcAft>
              <a:buClr>
                <a:srgbClr val="102059"/>
              </a:buClr>
              <a:buSzPts val="1200"/>
              <a:buNone/>
              <a:defRPr sz="1200"/>
            </a:lvl3pPr>
            <a:lvl4pPr marL="1828800" lvl="3" indent="-228600" algn="just">
              <a:lnSpc>
                <a:spcPct val="90000"/>
              </a:lnSpc>
              <a:spcBef>
                <a:spcPts val="500"/>
              </a:spcBef>
              <a:spcAft>
                <a:spcPts val="0"/>
              </a:spcAft>
              <a:buClr>
                <a:srgbClr val="102059"/>
              </a:buClr>
              <a:buSzPts val="1000"/>
              <a:buNone/>
              <a:defRPr sz="1000"/>
            </a:lvl4pPr>
            <a:lvl5pPr marL="2286000" lvl="4" indent="-228600" algn="just">
              <a:lnSpc>
                <a:spcPct val="90000"/>
              </a:lnSpc>
              <a:spcBef>
                <a:spcPts val="500"/>
              </a:spcBef>
              <a:spcAft>
                <a:spcPts val="0"/>
              </a:spcAft>
              <a:buClr>
                <a:srgbClr val="1020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4" name="Google Shape;134;p23"/>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3"/>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3"/>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24"/>
          <p:cNvSpPr txBox="1">
            <a:spLocks noGrp="1"/>
          </p:cNvSpPr>
          <p:nvPr>
            <p:ph type="body" idx="1"/>
          </p:nvPr>
        </p:nvSpPr>
        <p:spPr>
          <a:xfrm rot="5400000">
            <a:off x="3245825" y="-2179023"/>
            <a:ext cx="5691187" cy="1182406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0" name="Google Shape;140;p24"/>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4"/>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4"/>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25"/>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25"/>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5"/>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60"/>
        <p:cNvGrpSpPr/>
        <p:nvPr/>
      </p:nvGrpSpPr>
      <p:grpSpPr>
        <a:xfrm>
          <a:off x="0" y="0"/>
          <a:ext cx="0" cy="0"/>
          <a:chOff x="0" y="0"/>
          <a:chExt cx="0" cy="0"/>
        </a:xfrm>
      </p:grpSpPr>
      <p:sp>
        <p:nvSpPr>
          <p:cNvPr id="161" name="Google Shape;161;g3f85cc64a8e_0_1380"/>
          <p:cNvSpPr>
            <a:spLocks noGrp="1"/>
          </p:cNvSpPr>
          <p:nvPr>
            <p:ph type="pic" idx="2"/>
          </p:nvPr>
        </p:nvSpPr>
        <p:spPr>
          <a:xfrm>
            <a:off x="219784" y="1030860"/>
            <a:ext cx="3831600" cy="5420100"/>
          </a:xfrm>
          <a:prstGeom prst="rect">
            <a:avLst/>
          </a:prstGeom>
          <a:noFill/>
          <a:ln>
            <a:noFill/>
          </a:ln>
        </p:spPr>
      </p:sp>
      <p:sp>
        <p:nvSpPr>
          <p:cNvPr id="162" name="Google Shape;162;g3f85cc64a8e_0_138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g3f85cc64a8e_0_138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g3f85cc64a8e_0_138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g3f85cc64a8e_0_138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6"/>
        <p:cNvGrpSpPr/>
        <p:nvPr/>
      </p:nvGrpSpPr>
      <p:grpSpPr>
        <a:xfrm>
          <a:off x="0" y="0"/>
          <a:ext cx="0" cy="0"/>
          <a:chOff x="0" y="0"/>
          <a:chExt cx="0" cy="0"/>
        </a:xfrm>
      </p:grpSpPr>
      <p:sp>
        <p:nvSpPr>
          <p:cNvPr id="167" name="Google Shape;167;g3f85cc64a8e_0_1386"/>
          <p:cNvSpPr/>
          <p:nvPr/>
        </p:nvSpPr>
        <p:spPr>
          <a:xfrm>
            <a:off x="0" y="6313821"/>
            <a:ext cx="12192000" cy="544200"/>
          </a:xfrm>
          <a:prstGeom prst="rect">
            <a:avLst/>
          </a:prstGeom>
          <a:solidFill>
            <a:srgbClr val="0F20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68" name="Google Shape;168;g3f85cc64a8e_0_1386"/>
          <p:cNvSpPr txBox="1">
            <a:spLocks noGrp="1"/>
          </p:cNvSpPr>
          <p:nvPr>
            <p:ph type="body" idx="1"/>
          </p:nvPr>
        </p:nvSpPr>
        <p:spPr>
          <a:xfrm>
            <a:off x="5366152" y="3921531"/>
            <a:ext cx="6717600" cy="632400"/>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000"/>
              </a:spcBef>
              <a:spcAft>
                <a:spcPts val="0"/>
              </a:spcAft>
              <a:buClr>
                <a:srgbClr val="152B77"/>
              </a:buClr>
              <a:buSzPts val="2400"/>
              <a:buFont typeface="Open Sans"/>
              <a:buNone/>
              <a:defRPr sz="2400" b="1">
                <a:solidFill>
                  <a:srgbClr val="152B77"/>
                </a:solidFill>
                <a:latin typeface="Open Sans"/>
                <a:ea typeface="Open Sans"/>
                <a:cs typeface="Open Sans"/>
                <a:sym typeface="Open Sans"/>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9" name="Google Shape;169;g3f85cc64a8e_0_1386"/>
          <p:cNvSpPr/>
          <p:nvPr/>
        </p:nvSpPr>
        <p:spPr>
          <a:xfrm rot="10800000">
            <a:off x="-156022" y="70870"/>
            <a:ext cx="12421323" cy="1442733"/>
          </a:xfrm>
          <a:custGeom>
            <a:avLst/>
            <a:gdLst/>
            <a:ahLst/>
            <a:cxnLst/>
            <a:rect l="l" t="t" r="r" b="b"/>
            <a:pathLst>
              <a:path w="19874116" h="2308373" extrusionOk="0">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cap="flat" cmpd="sng">
            <a:solidFill>
              <a:schemeClr val="accent1">
                <a:alpha val="40000"/>
              </a:scheme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170" name="Google Shape;170;g3f85cc64a8e_0_1386"/>
          <p:cNvSpPr/>
          <p:nvPr/>
        </p:nvSpPr>
        <p:spPr>
          <a:xfrm rot="10800000">
            <a:off x="18851" y="3"/>
            <a:ext cx="12173148" cy="1227897"/>
          </a:xfrm>
          <a:custGeom>
            <a:avLst/>
            <a:gdLst/>
            <a:ahLst/>
            <a:cxnLst/>
            <a:rect l="l" t="t" r="r" b="b"/>
            <a:pathLst>
              <a:path w="19477036" h="1964635" extrusionOk="0">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E32D91"/>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171" name="Google Shape;171;g3f85cc64a8e_0_1386"/>
          <p:cNvSpPr/>
          <p:nvPr/>
        </p:nvSpPr>
        <p:spPr>
          <a:xfrm>
            <a:off x="-168483" y="1463519"/>
            <a:ext cx="100200" cy="100200"/>
          </a:xfrm>
          <a:prstGeom prst="ellipse">
            <a:avLst/>
          </a:prstGeom>
          <a:gradFill>
            <a:gsLst>
              <a:gs pos="0">
                <a:schemeClr val="accent1"/>
              </a:gs>
              <a:gs pos="100000">
                <a:schemeClr val="accent2"/>
              </a:gs>
            </a:gsLst>
            <a:lin ang="0" scaled="0"/>
          </a:gradFill>
          <a:ln w="57150" cap="flat" cmpd="sng">
            <a:solidFill>
              <a:srgbClr val="0F2059">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172" name="Google Shape;172;g3f85cc64a8e_0_1386"/>
          <p:cNvSpPr/>
          <p:nvPr/>
        </p:nvSpPr>
        <p:spPr>
          <a:xfrm>
            <a:off x="-112062" y="5323329"/>
            <a:ext cx="12421323" cy="1442733"/>
          </a:xfrm>
          <a:custGeom>
            <a:avLst/>
            <a:gdLst/>
            <a:ahLst/>
            <a:cxnLst/>
            <a:rect l="l" t="t" r="r" b="b"/>
            <a:pathLst>
              <a:path w="19874116" h="2308373" extrusionOk="0">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cap="flat" cmpd="sng">
            <a:solidFill>
              <a:schemeClr val="accent1">
                <a:alpha val="40000"/>
              </a:scheme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173" name="Google Shape;173;g3f85cc64a8e_0_1386"/>
          <p:cNvSpPr/>
          <p:nvPr/>
        </p:nvSpPr>
        <p:spPr>
          <a:xfrm>
            <a:off x="0" y="5630104"/>
            <a:ext cx="12173148" cy="1227897"/>
          </a:xfrm>
          <a:custGeom>
            <a:avLst/>
            <a:gdLst/>
            <a:ahLst/>
            <a:cxnLst/>
            <a:rect l="l" t="t" r="r" b="b"/>
            <a:pathLst>
              <a:path w="19477036" h="1964635" extrusionOk="0">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152B77"/>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174" name="Google Shape;174;g3f85cc64a8e_0_1386"/>
          <p:cNvSpPr/>
          <p:nvPr/>
        </p:nvSpPr>
        <p:spPr>
          <a:xfrm flipH="1">
            <a:off x="12234223" y="5273243"/>
            <a:ext cx="100200" cy="100200"/>
          </a:xfrm>
          <a:prstGeom prst="ellipse">
            <a:avLst/>
          </a:prstGeom>
          <a:gradFill>
            <a:gsLst>
              <a:gs pos="0">
                <a:schemeClr val="accent1"/>
              </a:gs>
              <a:gs pos="100000">
                <a:schemeClr val="accent2"/>
              </a:gs>
            </a:gsLst>
            <a:lin ang="0" scaled="0"/>
          </a:gradFill>
          <a:ln w="57150" cap="flat" cmpd="sng">
            <a:solidFill>
              <a:srgbClr val="0F2059">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175" name="Google Shape;175;g3f85cc64a8e_0_1386"/>
          <p:cNvSpPr txBox="1"/>
          <p:nvPr/>
        </p:nvSpPr>
        <p:spPr>
          <a:xfrm>
            <a:off x="1600200" y="931397"/>
            <a:ext cx="10119000" cy="10446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152B77"/>
              </a:buClr>
              <a:buSzPts val="3200"/>
              <a:buFont typeface="Noto Sans"/>
              <a:buNone/>
            </a:pPr>
            <a:r>
              <a:rPr lang="en-US" sz="3200" b="1">
                <a:solidFill>
                  <a:srgbClr val="152B77"/>
                </a:solidFill>
                <a:latin typeface="Noto Sans"/>
                <a:ea typeface="Noto Sans"/>
                <a:cs typeface="Noto Sans"/>
                <a:sym typeface="Noto Sans"/>
              </a:rPr>
              <a:t>European Conference on EDGE AI</a:t>
            </a:r>
            <a:endParaRPr/>
          </a:p>
          <a:p>
            <a:pPr marL="0" marR="0" lvl="0" indent="0" algn="r" rtl="0">
              <a:lnSpc>
                <a:spcPct val="90000"/>
              </a:lnSpc>
              <a:spcBef>
                <a:spcPts val="0"/>
              </a:spcBef>
              <a:spcAft>
                <a:spcPts val="0"/>
              </a:spcAft>
              <a:buClr>
                <a:srgbClr val="152B77"/>
              </a:buClr>
              <a:buSzPts val="3200"/>
              <a:buFont typeface="Noto Sans"/>
              <a:buNone/>
            </a:pPr>
            <a:r>
              <a:rPr lang="en-US" sz="3200" b="1">
                <a:solidFill>
                  <a:srgbClr val="152B77"/>
                </a:solidFill>
                <a:latin typeface="Noto Sans"/>
                <a:ea typeface="Noto Sans"/>
                <a:cs typeface="Noto Sans"/>
                <a:sym typeface="Noto Sans"/>
              </a:rPr>
              <a:t>Technologies and Applications - EEAI</a:t>
            </a:r>
            <a:endParaRPr/>
          </a:p>
        </p:txBody>
      </p:sp>
      <p:sp>
        <p:nvSpPr>
          <p:cNvPr id="176" name="Google Shape;176;g3f85cc64a8e_0_1386"/>
          <p:cNvSpPr txBox="1"/>
          <p:nvPr/>
        </p:nvSpPr>
        <p:spPr>
          <a:xfrm>
            <a:off x="2687216" y="5649913"/>
            <a:ext cx="7648200" cy="4455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lt1"/>
              </a:buClr>
              <a:buSzPts val="2800"/>
              <a:buFont typeface="Arial"/>
              <a:buNone/>
            </a:pPr>
            <a:r>
              <a:rPr lang="en-US" sz="2800">
                <a:solidFill>
                  <a:schemeClr val="lt1"/>
                </a:solidFill>
                <a:latin typeface="Century Gothic"/>
                <a:ea typeface="Century Gothic"/>
                <a:cs typeface="Century Gothic"/>
                <a:sym typeface="Century Gothic"/>
              </a:rPr>
              <a:t>Milan, </a:t>
            </a:r>
            <a:r>
              <a:rPr lang="en-US" sz="2800">
                <a:solidFill>
                  <a:schemeClr val="lt1"/>
                </a:solidFill>
                <a:latin typeface="Open Sans"/>
                <a:ea typeface="Open Sans"/>
                <a:cs typeface="Open Sans"/>
                <a:sym typeface="Open Sans"/>
              </a:rPr>
              <a:t>Ita</a:t>
            </a:r>
            <a:r>
              <a:rPr lang="en-US" sz="2600" b="1">
                <a:solidFill>
                  <a:srgbClr val="152B77"/>
                </a:solidFill>
                <a:latin typeface="Open Sans"/>
                <a:ea typeface="Open Sans"/>
                <a:cs typeface="Open Sans"/>
                <a:sym typeface="Open Sans"/>
              </a:rPr>
              <a:t>17-19 October 2023 Athens, Greece</a:t>
            </a:r>
            <a:endParaRPr sz="2600" b="1">
              <a:solidFill>
                <a:srgbClr val="152B77"/>
              </a:solidFill>
              <a:latin typeface="Open Sans"/>
              <a:ea typeface="Open Sans"/>
              <a:cs typeface="Open Sans"/>
              <a:sym typeface="Open Sans"/>
            </a:endParaRPr>
          </a:p>
        </p:txBody>
      </p:sp>
      <p:sp>
        <p:nvSpPr>
          <p:cNvPr id="177" name="Google Shape;177;g3f85cc64a8e_0_1386"/>
          <p:cNvSpPr txBox="1">
            <a:spLocks noGrp="1"/>
          </p:cNvSpPr>
          <p:nvPr>
            <p:ph type="body" idx="2"/>
          </p:nvPr>
        </p:nvSpPr>
        <p:spPr>
          <a:xfrm>
            <a:off x="2926650" y="2706894"/>
            <a:ext cx="9156900" cy="632400"/>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000"/>
              </a:spcBef>
              <a:spcAft>
                <a:spcPts val="0"/>
              </a:spcAft>
              <a:buClr>
                <a:srgbClr val="152B77"/>
              </a:buClr>
              <a:buSzPts val="2800"/>
              <a:buFont typeface="Open Sans"/>
              <a:buNone/>
              <a:defRPr sz="2800" b="1">
                <a:solidFill>
                  <a:srgbClr val="152B77"/>
                </a:solidFill>
                <a:latin typeface="Open Sans"/>
                <a:ea typeface="Open Sans"/>
                <a:cs typeface="Open Sans"/>
                <a:sym typeface="Open Sans"/>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8" name="Google Shape;178;g3f85cc64a8e_0_138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g3f85cc64a8e_0_138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g3f85cc64a8e_0_138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81" name="Google Shape;181;g3f85cc64a8e_0_1386"/>
          <p:cNvSpPr txBox="1"/>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1">
                <a:solidFill>
                  <a:schemeClr val="accent5"/>
                </a:solidFill>
                <a:latin typeface="Arial"/>
                <a:ea typeface="Arial"/>
                <a:cs typeface="Arial"/>
                <a:sym typeface="Arial"/>
              </a:rPr>
              <a:t>‹#›</a:t>
            </a:fld>
            <a:endParaRPr sz="800" b="1">
              <a:solidFill>
                <a:schemeClr val="accent5"/>
              </a:solidFill>
              <a:latin typeface="Arial"/>
              <a:ea typeface="Arial"/>
              <a:cs typeface="Arial"/>
              <a:sym typeface="Arial"/>
            </a:endParaRPr>
          </a:p>
        </p:txBody>
      </p:sp>
      <p:sp>
        <p:nvSpPr>
          <p:cNvPr id="182" name="Google Shape;182;g3f85cc64a8e_0_1386"/>
          <p:cNvSpPr txBox="1"/>
          <p:nvPr/>
        </p:nvSpPr>
        <p:spPr>
          <a:xfrm>
            <a:off x="9613839" y="6600950"/>
            <a:ext cx="1380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lt1"/>
                </a:solidFill>
                <a:latin typeface="Calibri"/>
                <a:ea typeface="Calibri"/>
                <a:cs typeface="Calibri"/>
                <a:sym typeface="Calibri"/>
              </a:rPr>
              <a:t>Copyright © 2023</a:t>
            </a:r>
            <a:endParaRPr/>
          </a:p>
        </p:txBody>
      </p:sp>
      <p:pic>
        <p:nvPicPr>
          <p:cNvPr id="183" name="Google Shape;183;g3f85cc64a8e_0_1386" descr="A purple and blue logo&#10;&#10;Description automatically generated"/>
          <p:cNvPicPr preferRelativeResize="0"/>
          <p:nvPr/>
        </p:nvPicPr>
        <p:blipFill rotWithShape="1">
          <a:blip r:embed="rId2">
            <a:alphaModFix/>
          </a:blip>
          <a:srcRect/>
          <a:stretch/>
        </p:blipFill>
        <p:spPr>
          <a:xfrm>
            <a:off x="183450" y="2411396"/>
            <a:ext cx="2482196" cy="14427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50"/>
                                  </p:stCondLst>
                                  <p:childTnLst>
                                    <p:set>
                                      <p:cBhvr>
                                        <p:cTn id="6" dur="1" fill="hold">
                                          <p:stCondLst>
                                            <p:cond delay="0"/>
                                          </p:stCondLst>
                                        </p:cTn>
                                        <p:tgtEl>
                                          <p:spTgt spid="173"/>
                                        </p:tgtEl>
                                        <p:attrNameLst>
                                          <p:attrName>style.visibility</p:attrName>
                                        </p:attrNameLst>
                                      </p:cBhvr>
                                      <p:to>
                                        <p:strVal val="visible"/>
                                      </p:to>
                                    </p:set>
                                    <p:anim calcmode="lin" valueType="num">
                                      <p:cBhvr additive="base">
                                        <p:cTn id="7" dur="750"/>
                                        <p:tgtEl>
                                          <p:spTgt spid="173"/>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250"/>
                                  </p:stCondLst>
                                  <p:childTnLst>
                                    <p:set>
                                      <p:cBhvr>
                                        <p:cTn id="9" dur="1" fill="hold">
                                          <p:stCondLst>
                                            <p:cond delay="0"/>
                                          </p:stCondLst>
                                        </p:cTn>
                                        <p:tgtEl>
                                          <p:spTgt spid="170"/>
                                        </p:tgtEl>
                                        <p:attrNameLst>
                                          <p:attrName>style.visibility</p:attrName>
                                        </p:attrNameLst>
                                      </p:cBhvr>
                                      <p:to>
                                        <p:strVal val="visible"/>
                                      </p:to>
                                    </p:set>
                                    <p:anim calcmode="lin" valueType="num">
                                      <p:cBhvr additive="base">
                                        <p:cTn id="10" dur="750"/>
                                        <p:tgtEl>
                                          <p:spTgt spid="170"/>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250"/>
                                  </p:stCondLst>
                                  <p:childTnLst>
                                    <p:set>
                                      <p:cBhvr>
                                        <p:cTn id="12" dur="1" fill="hold">
                                          <p:stCondLst>
                                            <p:cond delay="0"/>
                                          </p:stCondLst>
                                        </p:cTn>
                                        <p:tgtEl>
                                          <p:spTgt spid="172"/>
                                        </p:tgtEl>
                                        <p:attrNameLst>
                                          <p:attrName>style.visibility</p:attrName>
                                        </p:attrNameLst>
                                      </p:cBhvr>
                                      <p:to>
                                        <p:strVal val="visible"/>
                                      </p:to>
                                    </p:set>
                                    <p:anim calcmode="lin" valueType="num">
                                      <p:cBhvr additive="base">
                                        <p:cTn id="13" dur="1000"/>
                                        <p:tgtEl>
                                          <p:spTgt spid="172"/>
                                        </p:tgtEl>
                                        <p:attrNameLst>
                                          <p:attrName>ppt_y</p:attrName>
                                        </p:attrNameLst>
                                      </p:cBhvr>
                                      <p:tavLst>
                                        <p:tav tm="0">
                                          <p:val>
                                            <p:strVal val="#ppt_y+1"/>
                                          </p:val>
                                        </p:tav>
                                        <p:tav tm="100000">
                                          <p:val>
                                            <p:strVal val="#ppt_y"/>
                                          </p:val>
                                        </p:tav>
                                      </p:tavLst>
                                    </p:anim>
                                  </p:childTnLst>
                                </p:cTn>
                              </p:par>
                              <p:par>
                                <p:cTn id="14" presetID="2" presetClass="entr" presetSubtype="1" fill="hold" nodeType="withEffect">
                                  <p:stCondLst>
                                    <p:cond delay="250"/>
                                  </p:stCondLst>
                                  <p:childTnLst>
                                    <p:set>
                                      <p:cBhvr>
                                        <p:cTn id="15" dur="1" fill="hold">
                                          <p:stCondLst>
                                            <p:cond delay="0"/>
                                          </p:stCondLst>
                                        </p:cTn>
                                        <p:tgtEl>
                                          <p:spTgt spid="169"/>
                                        </p:tgtEl>
                                        <p:attrNameLst>
                                          <p:attrName>style.visibility</p:attrName>
                                        </p:attrNameLst>
                                      </p:cBhvr>
                                      <p:to>
                                        <p:strVal val="visible"/>
                                      </p:to>
                                    </p:set>
                                    <p:anim calcmode="lin" valueType="num">
                                      <p:cBhvr additive="base">
                                        <p:cTn id="16" dur="1000"/>
                                        <p:tgtEl>
                                          <p:spTgt spid="1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4"/>
        <p:cNvGrpSpPr/>
        <p:nvPr/>
      </p:nvGrpSpPr>
      <p:grpSpPr>
        <a:xfrm>
          <a:off x="0" y="0"/>
          <a:ext cx="0" cy="0"/>
          <a:chOff x="0" y="0"/>
          <a:chExt cx="0" cy="0"/>
        </a:xfrm>
      </p:grpSpPr>
      <p:sp>
        <p:nvSpPr>
          <p:cNvPr id="185" name="Google Shape;185;g3f85cc64a8e_0_1404"/>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g3f85cc64a8e_0_1404"/>
          <p:cNvSpPr txBox="1">
            <a:spLocks noGrp="1"/>
          </p:cNvSpPr>
          <p:nvPr>
            <p:ph type="body" idx="1"/>
          </p:nvPr>
        </p:nvSpPr>
        <p:spPr>
          <a:xfrm>
            <a:off x="179388" y="887413"/>
            <a:ext cx="11824200" cy="5691300"/>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rgbClr val="102059"/>
              </a:buClr>
              <a:buSzPts val="2800"/>
              <a:buChar char="•"/>
              <a:defRPr/>
            </a:lvl1pPr>
            <a:lvl2pPr marL="914400" lvl="1" indent="-381000" algn="just">
              <a:lnSpc>
                <a:spcPct val="90000"/>
              </a:lnSpc>
              <a:spcBef>
                <a:spcPts val="500"/>
              </a:spcBef>
              <a:spcAft>
                <a:spcPts val="0"/>
              </a:spcAft>
              <a:buClr>
                <a:srgbClr val="102059"/>
              </a:buClr>
              <a:buSzPts val="2400"/>
              <a:buChar char="•"/>
              <a:defRPr/>
            </a:lvl2pPr>
            <a:lvl3pPr marL="1371600" lvl="2" indent="-355600" algn="just">
              <a:lnSpc>
                <a:spcPct val="90000"/>
              </a:lnSpc>
              <a:spcBef>
                <a:spcPts val="500"/>
              </a:spcBef>
              <a:spcAft>
                <a:spcPts val="0"/>
              </a:spcAft>
              <a:buClr>
                <a:srgbClr val="102059"/>
              </a:buClr>
              <a:buSzPts val="20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g3f85cc64a8e_0_1404"/>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g3f85cc64a8e_0_1404"/>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g3f85cc64a8e_0_1404"/>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800" b="1">
                <a:solidFill>
                  <a:schemeClr val="accent5"/>
                </a:solidFill>
                <a:latin typeface="Open Sans"/>
                <a:ea typeface="Open Sans"/>
                <a:cs typeface="Open Sans"/>
                <a:sym typeface="Open Sans"/>
              </a:defRPr>
            </a:lvl1pPr>
            <a:lvl2pPr marL="0" lvl="1" indent="0" algn="ctr">
              <a:spcBef>
                <a:spcPts val="0"/>
              </a:spcBef>
              <a:buNone/>
              <a:defRPr sz="800" b="1">
                <a:solidFill>
                  <a:schemeClr val="accent5"/>
                </a:solidFill>
                <a:latin typeface="Open Sans"/>
                <a:ea typeface="Open Sans"/>
                <a:cs typeface="Open Sans"/>
                <a:sym typeface="Open Sans"/>
              </a:defRPr>
            </a:lvl2pPr>
            <a:lvl3pPr marL="0" lvl="2" indent="0" algn="ctr">
              <a:spcBef>
                <a:spcPts val="0"/>
              </a:spcBef>
              <a:buNone/>
              <a:defRPr sz="800" b="1">
                <a:solidFill>
                  <a:schemeClr val="accent5"/>
                </a:solidFill>
                <a:latin typeface="Open Sans"/>
                <a:ea typeface="Open Sans"/>
                <a:cs typeface="Open Sans"/>
                <a:sym typeface="Open Sans"/>
              </a:defRPr>
            </a:lvl3pPr>
            <a:lvl4pPr marL="0" lvl="3" indent="0" algn="ctr">
              <a:spcBef>
                <a:spcPts val="0"/>
              </a:spcBef>
              <a:buNone/>
              <a:defRPr sz="800" b="1">
                <a:solidFill>
                  <a:schemeClr val="accent5"/>
                </a:solidFill>
                <a:latin typeface="Open Sans"/>
                <a:ea typeface="Open Sans"/>
                <a:cs typeface="Open Sans"/>
                <a:sym typeface="Open Sans"/>
              </a:defRPr>
            </a:lvl4pPr>
            <a:lvl5pPr marL="0" lvl="4" indent="0" algn="ctr">
              <a:spcBef>
                <a:spcPts val="0"/>
              </a:spcBef>
              <a:buNone/>
              <a:defRPr sz="800" b="1">
                <a:solidFill>
                  <a:schemeClr val="accent5"/>
                </a:solidFill>
                <a:latin typeface="Open Sans"/>
                <a:ea typeface="Open Sans"/>
                <a:cs typeface="Open Sans"/>
                <a:sym typeface="Open Sans"/>
              </a:defRPr>
            </a:lvl5pPr>
            <a:lvl6pPr marL="0" lvl="5" indent="0" algn="ctr">
              <a:spcBef>
                <a:spcPts val="0"/>
              </a:spcBef>
              <a:buNone/>
              <a:defRPr sz="800" b="1">
                <a:solidFill>
                  <a:schemeClr val="accent5"/>
                </a:solidFill>
                <a:latin typeface="Open Sans"/>
                <a:ea typeface="Open Sans"/>
                <a:cs typeface="Open Sans"/>
                <a:sym typeface="Open Sans"/>
              </a:defRPr>
            </a:lvl6pPr>
            <a:lvl7pPr marL="0" lvl="6" indent="0" algn="ctr">
              <a:spcBef>
                <a:spcPts val="0"/>
              </a:spcBef>
              <a:buNone/>
              <a:defRPr sz="800" b="1">
                <a:solidFill>
                  <a:schemeClr val="accent5"/>
                </a:solidFill>
                <a:latin typeface="Open Sans"/>
                <a:ea typeface="Open Sans"/>
                <a:cs typeface="Open Sans"/>
                <a:sym typeface="Open Sans"/>
              </a:defRPr>
            </a:lvl7pPr>
            <a:lvl8pPr marL="0" lvl="7" indent="0" algn="ctr">
              <a:spcBef>
                <a:spcPts val="0"/>
              </a:spcBef>
              <a:buNone/>
              <a:defRPr sz="800" b="1">
                <a:solidFill>
                  <a:schemeClr val="accent5"/>
                </a:solidFill>
                <a:latin typeface="Open Sans"/>
                <a:ea typeface="Open Sans"/>
                <a:cs typeface="Open Sans"/>
                <a:sym typeface="Open Sans"/>
              </a:defRPr>
            </a:lvl8pPr>
            <a:lvl9pPr marL="0" lvl="8" indent="0" algn="ctr">
              <a:spcBef>
                <a:spcPts val="0"/>
              </a:spcBef>
              <a:buNone/>
              <a:defRPr sz="800" b="1">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90"/>
        <p:cNvGrpSpPr/>
        <p:nvPr/>
      </p:nvGrpSpPr>
      <p:grpSpPr>
        <a:xfrm>
          <a:off x="0" y="0"/>
          <a:ext cx="0" cy="0"/>
          <a:chOff x="0" y="0"/>
          <a:chExt cx="0" cy="0"/>
        </a:xfrm>
      </p:grpSpPr>
      <p:sp>
        <p:nvSpPr>
          <p:cNvPr id="191" name="Google Shape;191;g3f85cc64a8e_0_1410"/>
          <p:cNvSpPr>
            <a:spLocks noGrp="1"/>
          </p:cNvSpPr>
          <p:nvPr>
            <p:ph type="pic" idx="2"/>
          </p:nvPr>
        </p:nvSpPr>
        <p:spPr>
          <a:xfrm>
            <a:off x="193193" y="2866870"/>
            <a:ext cx="4163400" cy="3603900"/>
          </a:xfrm>
          <a:prstGeom prst="rect">
            <a:avLst/>
          </a:prstGeom>
          <a:noFill/>
          <a:ln>
            <a:noFill/>
          </a:ln>
        </p:spPr>
      </p:sp>
      <p:sp>
        <p:nvSpPr>
          <p:cNvPr id="192" name="Google Shape;192;g3f85cc64a8e_0_141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 name="Google Shape;193;g3f85cc64a8e_0_141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g3f85cc64a8e_0_141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g3f85cc64a8e_0_141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96"/>
        <p:cNvGrpSpPr/>
        <p:nvPr/>
      </p:nvGrpSpPr>
      <p:grpSpPr>
        <a:xfrm>
          <a:off x="0" y="0"/>
          <a:ext cx="0" cy="0"/>
          <a:chOff x="0" y="0"/>
          <a:chExt cx="0" cy="0"/>
        </a:xfrm>
      </p:grpSpPr>
      <p:sp>
        <p:nvSpPr>
          <p:cNvPr id="197" name="Google Shape;197;g3f85cc64a8e_0_1416"/>
          <p:cNvSpPr>
            <a:spLocks noGrp="1"/>
          </p:cNvSpPr>
          <p:nvPr>
            <p:ph type="pic" idx="2"/>
          </p:nvPr>
        </p:nvSpPr>
        <p:spPr>
          <a:xfrm>
            <a:off x="185061" y="1066689"/>
            <a:ext cx="3902700" cy="2364000"/>
          </a:xfrm>
          <a:prstGeom prst="rect">
            <a:avLst/>
          </a:prstGeom>
          <a:noFill/>
          <a:ln>
            <a:noFill/>
          </a:ln>
        </p:spPr>
      </p:sp>
      <p:sp>
        <p:nvSpPr>
          <p:cNvPr id="198" name="Google Shape;198;g3f85cc64a8e_0_1416"/>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g3f85cc64a8e_0_141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g3f85cc64a8e_0_141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g3f85cc64a8e_0_141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202"/>
        <p:cNvGrpSpPr/>
        <p:nvPr/>
      </p:nvGrpSpPr>
      <p:grpSpPr>
        <a:xfrm>
          <a:off x="0" y="0"/>
          <a:ext cx="0" cy="0"/>
          <a:chOff x="0" y="0"/>
          <a:chExt cx="0" cy="0"/>
        </a:xfrm>
      </p:grpSpPr>
      <p:sp>
        <p:nvSpPr>
          <p:cNvPr id="203" name="Google Shape;203;g3f85cc64a8e_0_1422"/>
          <p:cNvSpPr>
            <a:spLocks noGrp="1"/>
          </p:cNvSpPr>
          <p:nvPr>
            <p:ph type="pic" idx="2"/>
          </p:nvPr>
        </p:nvSpPr>
        <p:spPr>
          <a:xfrm>
            <a:off x="681554" y="2269419"/>
            <a:ext cx="2673300" cy="4282500"/>
          </a:xfrm>
          <a:prstGeom prst="rect">
            <a:avLst/>
          </a:prstGeom>
          <a:noFill/>
          <a:ln>
            <a:noFill/>
          </a:ln>
        </p:spPr>
      </p:sp>
      <p:sp>
        <p:nvSpPr>
          <p:cNvPr id="204" name="Google Shape;204;g3f85cc64a8e_0_1422"/>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g3f85cc64a8e_0_1422"/>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g3f85cc64a8e_0_1422"/>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g3f85cc64a8e_0_142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208"/>
        <p:cNvGrpSpPr/>
        <p:nvPr/>
      </p:nvGrpSpPr>
      <p:grpSpPr>
        <a:xfrm>
          <a:off x="0" y="0"/>
          <a:ext cx="0" cy="0"/>
          <a:chOff x="0" y="0"/>
          <a:chExt cx="0" cy="0"/>
        </a:xfrm>
      </p:grpSpPr>
      <p:sp>
        <p:nvSpPr>
          <p:cNvPr id="209" name="Google Shape;209;g3f85cc64a8e_0_1428"/>
          <p:cNvSpPr>
            <a:spLocks noGrp="1"/>
          </p:cNvSpPr>
          <p:nvPr>
            <p:ph type="pic" idx="2"/>
          </p:nvPr>
        </p:nvSpPr>
        <p:spPr>
          <a:xfrm>
            <a:off x="166010" y="2743200"/>
            <a:ext cx="5882400" cy="3851400"/>
          </a:xfrm>
          <a:prstGeom prst="rect">
            <a:avLst/>
          </a:prstGeom>
          <a:noFill/>
          <a:ln>
            <a:noFill/>
          </a:ln>
        </p:spPr>
      </p:sp>
      <p:sp>
        <p:nvSpPr>
          <p:cNvPr id="210" name="Google Shape;210;g3f85cc64a8e_0_1428"/>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1" name="Google Shape;211;g3f85cc64a8e_0_1428"/>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g3f85cc64a8e_0_1428"/>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g3f85cc64a8e_0_1428"/>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214"/>
        <p:cNvGrpSpPr/>
        <p:nvPr/>
      </p:nvGrpSpPr>
      <p:grpSpPr>
        <a:xfrm>
          <a:off x="0" y="0"/>
          <a:ext cx="0" cy="0"/>
          <a:chOff x="0" y="0"/>
          <a:chExt cx="0" cy="0"/>
        </a:xfrm>
      </p:grpSpPr>
      <p:sp>
        <p:nvSpPr>
          <p:cNvPr id="215" name="Google Shape;215;g3f85cc64a8e_0_1434"/>
          <p:cNvSpPr>
            <a:spLocks noGrp="1"/>
          </p:cNvSpPr>
          <p:nvPr>
            <p:ph type="pic" idx="2"/>
          </p:nvPr>
        </p:nvSpPr>
        <p:spPr>
          <a:xfrm>
            <a:off x="684856" y="1772677"/>
            <a:ext cx="2990100" cy="1965900"/>
          </a:xfrm>
          <a:prstGeom prst="rect">
            <a:avLst/>
          </a:prstGeom>
          <a:noFill/>
          <a:ln>
            <a:noFill/>
          </a:ln>
        </p:spPr>
      </p:sp>
      <p:sp>
        <p:nvSpPr>
          <p:cNvPr id="216" name="Google Shape;216;g3f85cc64a8e_0_1434"/>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7" name="Google Shape;217;g3f85cc64a8e_0_1434"/>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g3f85cc64a8e_0_1434"/>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g3f85cc64a8e_0_1434"/>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220"/>
        <p:cNvGrpSpPr/>
        <p:nvPr/>
      </p:nvGrpSpPr>
      <p:grpSpPr>
        <a:xfrm>
          <a:off x="0" y="0"/>
          <a:ext cx="0" cy="0"/>
          <a:chOff x="0" y="0"/>
          <a:chExt cx="0" cy="0"/>
        </a:xfrm>
      </p:grpSpPr>
      <p:sp>
        <p:nvSpPr>
          <p:cNvPr id="221" name="Google Shape;221;g3f85cc64a8e_0_1440"/>
          <p:cNvSpPr>
            <a:spLocks noGrp="1"/>
          </p:cNvSpPr>
          <p:nvPr>
            <p:ph type="pic" idx="2"/>
          </p:nvPr>
        </p:nvSpPr>
        <p:spPr>
          <a:xfrm>
            <a:off x="211249" y="908405"/>
            <a:ext cx="11769600" cy="2534700"/>
          </a:xfrm>
          <a:prstGeom prst="rect">
            <a:avLst/>
          </a:prstGeom>
          <a:noFill/>
          <a:ln>
            <a:noFill/>
          </a:ln>
        </p:spPr>
      </p:sp>
      <p:sp>
        <p:nvSpPr>
          <p:cNvPr id="222" name="Google Shape;222;g3f85cc64a8e_0_144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3" name="Google Shape;223;g3f85cc64a8e_0_144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4" name="Google Shape;224;g3f85cc64a8e_0_144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g3f85cc64a8e_0_144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226"/>
        <p:cNvGrpSpPr/>
        <p:nvPr/>
      </p:nvGrpSpPr>
      <p:grpSpPr>
        <a:xfrm>
          <a:off x="0" y="0"/>
          <a:ext cx="0" cy="0"/>
          <a:chOff x="0" y="0"/>
          <a:chExt cx="0" cy="0"/>
        </a:xfrm>
      </p:grpSpPr>
      <p:sp>
        <p:nvSpPr>
          <p:cNvPr id="227" name="Google Shape;227;g3f85cc64a8e_0_1446"/>
          <p:cNvSpPr>
            <a:spLocks noGrp="1"/>
          </p:cNvSpPr>
          <p:nvPr>
            <p:ph type="pic" idx="2"/>
          </p:nvPr>
        </p:nvSpPr>
        <p:spPr>
          <a:xfrm>
            <a:off x="5159323" y="4660124"/>
            <a:ext cx="1873500" cy="1873500"/>
          </a:xfrm>
          <a:prstGeom prst="rect">
            <a:avLst/>
          </a:prstGeom>
          <a:noFill/>
          <a:ln>
            <a:noFill/>
          </a:ln>
        </p:spPr>
      </p:sp>
      <p:sp>
        <p:nvSpPr>
          <p:cNvPr id="228" name="Google Shape;228;g3f85cc64a8e_0_1446"/>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 name="Google Shape;229;g3f85cc64a8e_0_144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g3f85cc64a8e_0_144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g3f85cc64a8e_0_144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2"/>
        <p:cNvGrpSpPr/>
        <p:nvPr/>
      </p:nvGrpSpPr>
      <p:grpSpPr>
        <a:xfrm>
          <a:off x="0" y="0"/>
          <a:ext cx="0" cy="0"/>
          <a:chOff x="0" y="0"/>
          <a:chExt cx="0" cy="0"/>
        </a:xfrm>
      </p:grpSpPr>
      <p:sp>
        <p:nvSpPr>
          <p:cNvPr id="233" name="Google Shape;233;g3f85cc64a8e_0_1452"/>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6000"/>
              <a:buFont typeface="Noto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g3f85cc64a8e_0_1452"/>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888888"/>
              </a:buClr>
              <a:buSzPts val="2400"/>
              <a:buNone/>
              <a:defRPr sz="2400">
                <a:solidFill>
                  <a:srgbClr val="888888"/>
                </a:solidFill>
              </a:defRPr>
            </a:lvl1pPr>
            <a:lvl2pPr marL="914400" lvl="1" indent="-228600" algn="just">
              <a:lnSpc>
                <a:spcPct val="90000"/>
              </a:lnSpc>
              <a:spcBef>
                <a:spcPts val="500"/>
              </a:spcBef>
              <a:spcAft>
                <a:spcPts val="0"/>
              </a:spcAft>
              <a:buClr>
                <a:srgbClr val="888888"/>
              </a:buClr>
              <a:buSzPts val="2000"/>
              <a:buNone/>
              <a:defRPr sz="2000">
                <a:solidFill>
                  <a:srgbClr val="888888"/>
                </a:solidFill>
              </a:defRPr>
            </a:lvl2pPr>
            <a:lvl3pPr marL="1371600" lvl="2" indent="-228600" algn="just">
              <a:lnSpc>
                <a:spcPct val="90000"/>
              </a:lnSpc>
              <a:spcBef>
                <a:spcPts val="500"/>
              </a:spcBef>
              <a:spcAft>
                <a:spcPts val="0"/>
              </a:spcAft>
              <a:buClr>
                <a:srgbClr val="888888"/>
              </a:buClr>
              <a:buSzPts val="1800"/>
              <a:buNone/>
              <a:defRPr sz="1800">
                <a:solidFill>
                  <a:srgbClr val="888888"/>
                </a:solidFill>
              </a:defRPr>
            </a:lvl3pPr>
            <a:lvl4pPr marL="1828800" lvl="3" indent="-228600" algn="just">
              <a:lnSpc>
                <a:spcPct val="90000"/>
              </a:lnSpc>
              <a:spcBef>
                <a:spcPts val="500"/>
              </a:spcBef>
              <a:spcAft>
                <a:spcPts val="0"/>
              </a:spcAft>
              <a:buClr>
                <a:srgbClr val="888888"/>
              </a:buClr>
              <a:buSzPts val="1600"/>
              <a:buNone/>
              <a:defRPr sz="1600">
                <a:solidFill>
                  <a:srgbClr val="888888"/>
                </a:solidFill>
              </a:defRPr>
            </a:lvl4pPr>
            <a:lvl5pPr marL="2286000" lvl="4" indent="-228600" algn="just">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35" name="Google Shape;235;g3f85cc64a8e_0_1452"/>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g3f85cc64a8e_0_1452"/>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g3f85cc64a8e_0_145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8"/>
        <p:cNvGrpSpPr/>
        <p:nvPr/>
      </p:nvGrpSpPr>
      <p:grpSpPr>
        <a:xfrm>
          <a:off x="0" y="0"/>
          <a:ext cx="0" cy="0"/>
          <a:chOff x="0" y="0"/>
          <a:chExt cx="0" cy="0"/>
        </a:xfrm>
      </p:grpSpPr>
      <p:sp>
        <p:nvSpPr>
          <p:cNvPr id="239" name="Google Shape;239;g3f85cc64a8e_0_1458"/>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0" name="Google Shape;240;g3f85cc64a8e_0_1458"/>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1" name="Google Shape;241;g3f85cc64a8e_0_1458"/>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2" name="Google Shape;242;g3f85cc64a8e_0_1458"/>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3" name="Google Shape;243;g3f85cc64a8e_0_1458"/>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g3f85cc64a8e_0_1458"/>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45"/>
        <p:cNvGrpSpPr/>
        <p:nvPr/>
      </p:nvGrpSpPr>
      <p:grpSpPr>
        <a:xfrm>
          <a:off x="0" y="0"/>
          <a:ext cx="0" cy="0"/>
          <a:chOff x="0" y="0"/>
          <a:chExt cx="0" cy="0"/>
        </a:xfrm>
      </p:grpSpPr>
      <p:sp>
        <p:nvSpPr>
          <p:cNvPr id="246" name="Google Shape;246;g3f85cc64a8e_0_1465"/>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g3f85cc64a8e_0_1465"/>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102059"/>
              </a:buClr>
              <a:buSzPts val="2400"/>
              <a:buNone/>
              <a:defRPr sz="2400" b="1"/>
            </a:lvl1pPr>
            <a:lvl2pPr marL="914400" lvl="1" indent="-228600" algn="just">
              <a:lnSpc>
                <a:spcPct val="90000"/>
              </a:lnSpc>
              <a:spcBef>
                <a:spcPts val="500"/>
              </a:spcBef>
              <a:spcAft>
                <a:spcPts val="0"/>
              </a:spcAft>
              <a:buClr>
                <a:srgbClr val="102059"/>
              </a:buClr>
              <a:buSzPts val="2000"/>
              <a:buNone/>
              <a:defRPr sz="2000" b="1"/>
            </a:lvl2pPr>
            <a:lvl3pPr marL="1371600" lvl="2" indent="-228600" algn="just">
              <a:lnSpc>
                <a:spcPct val="90000"/>
              </a:lnSpc>
              <a:spcBef>
                <a:spcPts val="500"/>
              </a:spcBef>
              <a:spcAft>
                <a:spcPts val="0"/>
              </a:spcAft>
              <a:buClr>
                <a:srgbClr val="102059"/>
              </a:buClr>
              <a:buSzPts val="1800"/>
              <a:buNone/>
              <a:defRPr sz="1800" b="1"/>
            </a:lvl3pPr>
            <a:lvl4pPr marL="1828800" lvl="3" indent="-228600" algn="just">
              <a:lnSpc>
                <a:spcPct val="90000"/>
              </a:lnSpc>
              <a:spcBef>
                <a:spcPts val="500"/>
              </a:spcBef>
              <a:spcAft>
                <a:spcPts val="0"/>
              </a:spcAft>
              <a:buClr>
                <a:srgbClr val="102059"/>
              </a:buClr>
              <a:buSzPts val="1600"/>
              <a:buNone/>
              <a:defRPr sz="1600" b="1"/>
            </a:lvl4pPr>
            <a:lvl5pPr marL="2286000" lvl="4" indent="-228600" algn="just">
              <a:lnSpc>
                <a:spcPct val="90000"/>
              </a:lnSpc>
              <a:spcBef>
                <a:spcPts val="500"/>
              </a:spcBef>
              <a:spcAft>
                <a:spcPts val="0"/>
              </a:spcAft>
              <a:buClr>
                <a:srgbClr val="1020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48" name="Google Shape;248;g3f85cc64a8e_0_1465"/>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g3f85cc64a8e_0_1465"/>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102059"/>
              </a:buClr>
              <a:buSzPts val="2400"/>
              <a:buNone/>
              <a:defRPr sz="2400" b="1"/>
            </a:lvl1pPr>
            <a:lvl2pPr marL="914400" lvl="1" indent="-228600" algn="just">
              <a:lnSpc>
                <a:spcPct val="90000"/>
              </a:lnSpc>
              <a:spcBef>
                <a:spcPts val="500"/>
              </a:spcBef>
              <a:spcAft>
                <a:spcPts val="0"/>
              </a:spcAft>
              <a:buClr>
                <a:srgbClr val="102059"/>
              </a:buClr>
              <a:buSzPts val="2000"/>
              <a:buNone/>
              <a:defRPr sz="2000" b="1"/>
            </a:lvl2pPr>
            <a:lvl3pPr marL="1371600" lvl="2" indent="-228600" algn="just">
              <a:lnSpc>
                <a:spcPct val="90000"/>
              </a:lnSpc>
              <a:spcBef>
                <a:spcPts val="500"/>
              </a:spcBef>
              <a:spcAft>
                <a:spcPts val="0"/>
              </a:spcAft>
              <a:buClr>
                <a:srgbClr val="102059"/>
              </a:buClr>
              <a:buSzPts val="1800"/>
              <a:buNone/>
              <a:defRPr sz="1800" b="1"/>
            </a:lvl3pPr>
            <a:lvl4pPr marL="1828800" lvl="3" indent="-228600" algn="just">
              <a:lnSpc>
                <a:spcPct val="90000"/>
              </a:lnSpc>
              <a:spcBef>
                <a:spcPts val="500"/>
              </a:spcBef>
              <a:spcAft>
                <a:spcPts val="0"/>
              </a:spcAft>
              <a:buClr>
                <a:srgbClr val="102059"/>
              </a:buClr>
              <a:buSzPts val="1600"/>
              <a:buNone/>
              <a:defRPr sz="1600" b="1"/>
            </a:lvl4pPr>
            <a:lvl5pPr marL="2286000" lvl="4" indent="-228600" algn="just">
              <a:lnSpc>
                <a:spcPct val="90000"/>
              </a:lnSpc>
              <a:spcBef>
                <a:spcPts val="500"/>
              </a:spcBef>
              <a:spcAft>
                <a:spcPts val="0"/>
              </a:spcAft>
              <a:buClr>
                <a:srgbClr val="1020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50" name="Google Shape;250;g3f85cc64a8e_0_1465"/>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g3f85cc64a8e_0_1465"/>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g3f85cc64a8e_0_1465"/>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g3f85cc64a8e_0_1465"/>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4"/>
        <p:cNvGrpSpPr/>
        <p:nvPr/>
      </p:nvGrpSpPr>
      <p:grpSpPr>
        <a:xfrm>
          <a:off x="0" y="0"/>
          <a:ext cx="0" cy="0"/>
          <a:chOff x="0" y="0"/>
          <a:chExt cx="0" cy="0"/>
        </a:xfrm>
      </p:grpSpPr>
      <p:sp>
        <p:nvSpPr>
          <p:cNvPr id="255" name="Google Shape;255;g3f85cc64a8e_0_1474"/>
          <p:cNvSpPr txBox="1">
            <a:spLocks noGrp="1"/>
          </p:cNvSpPr>
          <p:nvPr>
            <p:ph type="title"/>
          </p:nvPr>
        </p:nvSpPr>
        <p:spPr>
          <a:xfrm>
            <a:off x="185060" y="91074"/>
            <a:ext cx="11824200" cy="803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g3f85cc64a8e_0_1474"/>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7" name="Google Shape;257;g3f85cc64a8e_0_1474"/>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g3f85cc64a8e_0_1474"/>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9"/>
        <p:cNvGrpSpPr/>
        <p:nvPr/>
      </p:nvGrpSpPr>
      <p:grpSpPr>
        <a:xfrm>
          <a:off x="0" y="0"/>
          <a:ext cx="0" cy="0"/>
          <a:chOff x="0" y="0"/>
          <a:chExt cx="0" cy="0"/>
        </a:xfrm>
      </p:grpSpPr>
      <p:sp>
        <p:nvSpPr>
          <p:cNvPr id="260" name="Google Shape;260;g3f85cc64a8e_0_1479"/>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1" name="Google Shape;261;g3f85cc64a8e_0_1479"/>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2" name="Google Shape;262;g3f85cc64a8e_0_1479"/>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63"/>
        <p:cNvGrpSpPr/>
        <p:nvPr/>
      </p:nvGrpSpPr>
      <p:grpSpPr>
        <a:xfrm>
          <a:off x="0" y="0"/>
          <a:ext cx="0" cy="0"/>
          <a:chOff x="0" y="0"/>
          <a:chExt cx="0" cy="0"/>
        </a:xfrm>
      </p:grpSpPr>
      <p:sp>
        <p:nvSpPr>
          <p:cNvPr id="264" name="Google Shape;264;g3f85cc64a8e_0_148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No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5" name="Google Shape;265;g3f85cc64a8e_0_1483"/>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just">
              <a:lnSpc>
                <a:spcPct val="90000"/>
              </a:lnSpc>
              <a:spcBef>
                <a:spcPts val="1000"/>
              </a:spcBef>
              <a:spcAft>
                <a:spcPts val="0"/>
              </a:spcAft>
              <a:buClr>
                <a:srgbClr val="102059"/>
              </a:buClr>
              <a:buSzPts val="3200"/>
              <a:buChar char="•"/>
              <a:defRPr sz="3200"/>
            </a:lvl1pPr>
            <a:lvl2pPr marL="914400" lvl="1" indent="-406400" algn="just">
              <a:lnSpc>
                <a:spcPct val="90000"/>
              </a:lnSpc>
              <a:spcBef>
                <a:spcPts val="500"/>
              </a:spcBef>
              <a:spcAft>
                <a:spcPts val="0"/>
              </a:spcAft>
              <a:buClr>
                <a:srgbClr val="102059"/>
              </a:buClr>
              <a:buSzPts val="2800"/>
              <a:buChar char="•"/>
              <a:defRPr sz="2800"/>
            </a:lvl2pPr>
            <a:lvl3pPr marL="1371600" lvl="2" indent="-381000" algn="just">
              <a:lnSpc>
                <a:spcPct val="90000"/>
              </a:lnSpc>
              <a:spcBef>
                <a:spcPts val="500"/>
              </a:spcBef>
              <a:spcAft>
                <a:spcPts val="0"/>
              </a:spcAft>
              <a:buClr>
                <a:srgbClr val="102059"/>
              </a:buClr>
              <a:buSzPts val="2400"/>
              <a:buChar char="•"/>
              <a:defRPr sz="2400"/>
            </a:lvl3pPr>
            <a:lvl4pPr marL="1828800" lvl="3" indent="-355600" algn="just">
              <a:lnSpc>
                <a:spcPct val="90000"/>
              </a:lnSpc>
              <a:spcBef>
                <a:spcPts val="500"/>
              </a:spcBef>
              <a:spcAft>
                <a:spcPts val="0"/>
              </a:spcAft>
              <a:buClr>
                <a:srgbClr val="102059"/>
              </a:buClr>
              <a:buSzPts val="2000"/>
              <a:buChar char="•"/>
              <a:defRPr sz="2000"/>
            </a:lvl4pPr>
            <a:lvl5pPr marL="2286000" lvl="4" indent="-355600" algn="just">
              <a:lnSpc>
                <a:spcPct val="90000"/>
              </a:lnSpc>
              <a:spcBef>
                <a:spcPts val="500"/>
              </a:spcBef>
              <a:spcAft>
                <a:spcPts val="0"/>
              </a:spcAft>
              <a:buClr>
                <a:srgbClr val="102059"/>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66" name="Google Shape;266;g3f85cc64a8e_0_148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02059"/>
              </a:buClr>
              <a:buSzPts val="1600"/>
              <a:buNone/>
              <a:defRPr sz="1600"/>
            </a:lvl1pPr>
            <a:lvl2pPr marL="914400" lvl="1" indent="-228600" algn="just">
              <a:lnSpc>
                <a:spcPct val="90000"/>
              </a:lnSpc>
              <a:spcBef>
                <a:spcPts val="500"/>
              </a:spcBef>
              <a:spcAft>
                <a:spcPts val="0"/>
              </a:spcAft>
              <a:buClr>
                <a:srgbClr val="102059"/>
              </a:buClr>
              <a:buSzPts val="1400"/>
              <a:buNone/>
              <a:defRPr sz="1400"/>
            </a:lvl2pPr>
            <a:lvl3pPr marL="1371600" lvl="2" indent="-228600" algn="just">
              <a:lnSpc>
                <a:spcPct val="90000"/>
              </a:lnSpc>
              <a:spcBef>
                <a:spcPts val="500"/>
              </a:spcBef>
              <a:spcAft>
                <a:spcPts val="0"/>
              </a:spcAft>
              <a:buClr>
                <a:srgbClr val="102059"/>
              </a:buClr>
              <a:buSzPts val="1200"/>
              <a:buNone/>
              <a:defRPr sz="1200"/>
            </a:lvl3pPr>
            <a:lvl4pPr marL="1828800" lvl="3" indent="-228600" algn="just">
              <a:lnSpc>
                <a:spcPct val="90000"/>
              </a:lnSpc>
              <a:spcBef>
                <a:spcPts val="500"/>
              </a:spcBef>
              <a:spcAft>
                <a:spcPts val="0"/>
              </a:spcAft>
              <a:buClr>
                <a:srgbClr val="102059"/>
              </a:buClr>
              <a:buSzPts val="1000"/>
              <a:buNone/>
              <a:defRPr sz="1000"/>
            </a:lvl4pPr>
            <a:lvl5pPr marL="2286000" lvl="4" indent="-228600" algn="just">
              <a:lnSpc>
                <a:spcPct val="90000"/>
              </a:lnSpc>
              <a:spcBef>
                <a:spcPts val="500"/>
              </a:spcBef>
              <a:spcAft>
                <a:spcPts val="0"/>
              </a:spcAft>
              <a:buClr>
                <a:srgbClr val="1020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67" name="Google Shape;267;g3f85cc64a8e_0_1483"/>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8" name="Google Shape;268;g3f85cc64a8e_0_1483"/>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9" name="Google Shape;269;g3f85cc64a8e_0_1483"/>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70"/>
        <p:cNvGrpSpPr/>
        <p:nvPr/>
      </p:nvGrpSpPr>
      <p:grpSpPr>
        <a:xfrm>
          <a:off x="0" y="0"/>
          <a:ext cx="0" cy="0"/>
          <a:chOff x="0" y="0"/>
          <a:chExt cx="0" cy="0"/>
        </a:xfrm>
      </p:grpSpPr>
      <p:sp>
        <p:nvSpPr>
          <p:cNvPr id="271" name="Google Shape;271;g3f85cc64a8e_0_149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No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2" name="Google Shape;272;g3f85cc64a8e_0_1490"/>
          <p:cNvSpPr>
            <a:spLocks noGrp="1"/>
          </p:cNvSpPr>
          <p:nvPr>
            <p:ph type="pic" idx="2"/>
          </p:nvPr>
        </p:nvSpPr>
        <p:spPr>
          <a:xfrm>
            <a:off x="5183188" y="987425"/>
            <a:ext cx="6172200" cy="4873500"/>
          </a:xfrm>
          <a:prstGeom prst="rect">
            <a:avLst/>
          </a:prstGeom>
          <a:noFill/>
          <a:ln>
            <a:noFill/>
          </a:ln>
        </p:spPr>
      </p:sp>
      <p:sp>
        <p:nvSpPr>
          <p:cNvPr id="273" name="Google Shape;273;g3f85cc64a8e_0_149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02059"/>
              </a:buClr>
              <a:buSzPts val="1600"/>
              <a:buNone/>
              <a:defRPr sz="1600"/>
            </a:lvl1pPr>
            <a:lvl2pPr marL="914400" lvl="1" indent="-228600" algn="just">
              <a:lnSpc>
                <a:spcPct val="90000"/>
              </a:lnSpc>
              <a:spcBef>
                <a:spcPts val="500"/>
              </a:spcBef>
              <a:spcAft>
                <a:spcPts val="0"/>
              </a:spcAft>
              <a:buClr>
                <a:srgbClr val="102059"/>
              </a:buClr>
              <a:buSzPts val="1400"/>
              <a:buNone/>
              <a:defRPr sz="1400"/>
            </a:lvl2pPr>
            <a:lvl3pPr marL="1371600" lvl="2" indent="-228600" algn="just">
              <a:lnSpc>
                <a:spcPct val="90000"/>
              </a:lnSpc>
              <a:spcBef>
                <a:spcPts val="500"/>
              </a:spcBef>
              <a:spcAft>
                <a:spcPts val="0"/>
              </a:spcAft>
              <a:buClr>
                <a:srgbClr val="102059"/>
              </a:buClr>
              <a:buSzPts val="1200"/>
              <a:buNone/>
              <a:defRPr sz="1200"/>
            </a:lvl3pPr>
            <a:lvl4pPr marL="1828800" lvl="3" indent="-228600" algn="just">
              <a:lnSpc>
                <a:spcPct val="90000"/>
              </a:lnSpc>
              <a:spcBef>
                <a:spcPts val="500"/>
              </a:spcBef>
              <a:spcAft>
                <a:spcPts val="0"/>
              </a:spcAft>
              <a:buClr>
                <a:srgbClr val="102059"/>
              </a:buClr>
              <a:buSzPts val="1000"/>
              <a:buNone/>
              <a:defRPr sz="1000"/>
            </a:lvl4pPr>
            <a:lvl5pPr marL="2286000" lvl="4" indent="-228600" algn="just">
              <a:lnSpc>
                <a:spcPct val="90000"/>
              </a:lnSpc>
              <a:spcBef>
                <a:spcPts val="500"/>
              </a:spcBef>
              <a:spcAft>
                <a:spcPts val="0"/>
              </a:spcAft>
              <a:buClr>
                <a:srgbClr val="1020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74" name="Google Shape;274;g3f85cc64a8e_0_149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g3f85cc64a8e_0_149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6" name="Google Shape;276;g3f85cc64a8e_0_149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7"/>
        <p:cNvGrpSpPr/>
        <p:nvPr/>
      </p:nvGrpSpPr>
      <p:grpSpPr>
        <a:xfrm>
          <a:off x="0" y="0"/>
          <a:ext cx="0" cy="0"/>
          <a:chOff x="0" y="0"/>
          <a:chExt cx="0" cy="0"/>
        </a:xfrm>
      </p:grpSpPr>
      <p:sp>
        <p:nvSpPr>
          <p:cNvPr id="278" name="Google Shape;278;g3f85cc64a8e_0_1497"/>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9" name="Google Shape;279;g3f85cc64a8e_0_1497"/>
          <p:cNvSpPr txBox="1">
            <a:spLocks noGrp="1"/>
          </p:cNvSpPr>
          <p:nvPr>
            <p:ph type="body" idx="1"/>
          </p:nvPr>
        </p:nvSpPr>
        <p:spPr>
          <a:xfrm rot="5400000">
            <a:off x="3245698" y="-2179037"/>
            <a:ext cx="5691300" cy="11824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0" name="Google Shape;280;g3f85cc64a8e_0_1497"/>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1" name="Google Shape;281;g3f85cc64a8e_0_1497"/>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2" name="Google Shape;282;g3f85cc64a8e_0_1497"/>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3"/>
        <p:cNvGrpSpPr/>
        <p:nvPr/>
      </p:nvGrpSpPr>
      <p:grpSpPr>
        <a:xfrm>
          <a:off x="0" y="0"/>
          <a:ext cx="0" cy="0"/>
          <a:chOff x="0" y="0"/>
          <a:chExt cx="0" cy="0"/>
        </a:xfrm>
      </p:grpSpPr>
      <p:sp>
        <p:nvSpPr>
          <p:cNvPr id="284" name="Google Shape;284;g3f85cc64a8e_0_1503"/>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5" name="Google Shape;285;g3f85cc64a8e_0_1503"/>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6" name="Google Shape;286;g3f85cc64a8e_0_1503"/>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7" name="Google Shape;287;g3f85cc64a8e_0_1503"/>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8" name="Google Shape;288;g3f85cc64a8e_0_1503"/>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Generated (g3f85cc64a8e_21_0)">
  <p:cSld name="Generated (g3f85cc64a8e_21_0)">
    <p:spTree>
      <p:nvGrpSpPr>
        <p:cNvPr id="1" name="Shape 289"/>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Generated (g3f85cc64a8e_14_0)">
  <p:cSld name="Generated (g3f85cc64a8e_14_0)">
    <p:spTree>
      <p:nvGrpSpPr>
        <p:cNvPr id="1" name="Shape 290"/>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Generated (g3f85cc64a8e_7_0)">
  <p:cSld name="Generated (g3f85cc64a8e_7_0)">
    <p:spTree>
      <p:nvGrpSpPr>
        <p:cNvPr id="1" name="Shape 291"/>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303"/>
        <p:cNvGrpSpPr/>
        <p:nvPr/>
      </p:nvGrpSpPr>
      <p:grpSpPr>
        <a:xfrm>
          <a:off x="0" y="0"/>
          <a:ext cx="0" cy="0"/>
          <a:chOff x="0" y="0"/>
          <a:chExt cx="0" cy="0"/>
        </a:xfrm>
      </p:grpSpPr>
      <p:sp>
        <p:nvSpPr>
          <p:cNvPr id="304" name="Google Shape;304;g3f403393bf8_0_1052"/>
          <p:cNvSpPr>
            <a:spLocks noGrp="1"/>
          </p:cNvSpPr>
          <p:nvPr>
            <p:ph type="pic" idx="2"/>
          </p:nvPr>
        </p:nvSpPr>
        <p:spPr>
          <a:xfrm>
            <a:off x="219784" y="1030860"/>
            <a:ext cx="3831600" cy="5420100"/>
          </a:xfrm>
          <a:prstGeom prst="rect">
            <a:avLst/>
          </a:prstGeom>
          <a:noFill/>
          <a:ln>
            <a:noFill/>
          </a:ln>
        </p:spPr>
      </p:sp>
      <p:sp>
        <p:nvSpPr>
          <p:cNvPr id="305" name="Google Shape;305;g3f403393bf8_0_1052"/>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g3f403393bf8_0_1052"/>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7" name="Google Shape;307;g3f403393bf8_0_1052"/>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g3f403393bf8_0_105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09"/>
        <p:cNvGrpSpPr/>
        <p:nvPr/>
      </p:nvGrpSpPr>
      <p:grpSpPr>
        <a:xfrm>
          <a:off x="0" y="0"/>
          <a:ext cx="0" cy="0"/>
          <a:chOff x="0" y="0"/>
          <a:chExt cx="0" cy="0"/>
        </a:xfrm>
      </p:grpSpPr>
      <p:sp>
        <p:nvSpPr>
          <p:cNvPr id="310" name="Google Shape;310;g3f403393bf8_0_1058"/>
          <p:cNvSpPr/>
          <p:nvPr/>
        </p:nvSpPr>
        <p:spPr>
          <a:xfrm>
            <a:off x="0" y="6313821"/>
            <a:ext cx="12192000" cy="544200"/>
          </a:xfrm>
          <a:prstGeom prst="rect">
            <a:avLst/>
          </a:prstGeom>
          <a:solidFill>
            <a:srgbClr val="0F20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11" name="Google Shape;311;g3f403393bf8_0_1058"/>
          <p:cNvSpPr txBox="1">
            <a:spLocks noGrp="1"/>
          </p:cNvSpPr>
          <p:nvPr>
            <p:ph type="body" idx="1"/>
          </p:nvPr>
        </p:nvSpPr>
        <p:spPr>
          <a:xfrm>
            <a:off x="5366152" y="3921531"/>
            <a:ext cx="6717600" cy="632400"/>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000"/>
              </a:spcBef>
              <a:spcAft>
                <a:spcPts val="0"/>
              </a:spcAft>
              <a:buClr>
                <a:srgbClr val="152B77"/>
              </a:buClr>
              <a:buSzPts val="2400"/>
              <a:buFont typeface="Open Sans"/>
              <a:buNone/>
              <a:defRPr sz="2400" b="1">
                <a:solidFill>
                  <a:srgbClr val="152B77"/>
                </a:solidFill>
                <a:latin typeface="Open Sans"/>
                <a:ea typeface="Open Sans"/>
                <a:cs typeface="Open Sans"/>
                <a:sym typeface="Open Sans"/>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2" name="Google Shape;312;g3f403393bf8_0_1058"/>
          <p:cNvSpPr/>
          <p:nvPr/>
        </p:nvSpPr>
        <p:spPr>
          <a:xfrm rot="10800000">
            <a:off x="-156022" y="70870"/>
            <a:ext cx="12421323" cy="1442733"/>
          </a:xfrm>
          <a:custGeom>
            <a:avLst/>
            <a:gdLst/>
            <a:ahLst/>
            <a:cxnLst/>
            <a:rect l="l" t="t" r="r" b="b"/>
            <a:pathLst>
              <a:path w="19874116" h="2308373" extrusionOk="0">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cap="flat" cmpd="sng">
            <a:solidFill>
              <a:schemeClr val="accent1">
                <a:alpha val="40000"/>
              </a:scheme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13" name="Google Shape;313;g3f403393bf8_0_1058"/>
          <p:cNvSpPr/>
          <p:nvPr/>
        </p:nvSpPr>
        <p:spPr>
          <a:xfrm rot="10800000">
            <a:off x="18851" y="3"/>
            <a:ext cx="12173148" cy="1227897"/>
          </a:xfrm>
          <a:custGeom>
            <a:avLst/>
            <a:gdLst/>
            <a:ahLst/>
            <a:cxnLst/>
            <a:rect l="l" t="t" r="r" b="b"/>
            <a:pathLst>
              <a:path w="19477036" h="1964635" extrusionOk="0">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E32D91"/>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14" name="Google Shape;314;g3f403393bf8_0_1058"/>
          <p:cNvSpPr/>
          <p:nvPr/>
        </p:nvSpPr>
        <p:spPr>
          <a:xfrm>
            <a:off x="-168483" y="1463519"/>
            <a:ext cx="100200" cy="100200"/>
          </a:xfrm>
          <a:prstGeom prst="ellipse">
            <a:avLst/>
          </a:prstGeom>
          <a:gradFill>
            <a:gsLst>
              <a:gs pos="0">
                <a:schemeClr val="accent1"/>
              </a:gs>
              <a:gs pos="100000">
                <a:schemeClr val="accent2"/>
              </a:gs>
            </a:gsLst>
            <a:lin ang="0" scaled="0"/>
          </a:gradFill>
          <a:ln w="57150" cap="flat" cmpd="sng">
            <a:solidFill>
              <a:srgbClr val="0F2059">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15" name="Google Shape;315;g3f403393bf8_0_1058"/>
          <p:cNvSpPr/>
          <p:nvPr/>
        </p:nvSpPr>
        <p:spPr>
          <a:xfrm>
            <a:off x="-112062" y="5323329"/>
            <a:ext cx="12421323" cy="1442733"/>
          </a:xfrm>
          <a:custGeom>
            <a:avLst/>
            <a:gdLst/>
            <a:ahLst/>
            <a:cxnLst/>
            <a:rect l="l" t="t" r="r" b="b"/>
            <a:pathLst>
              <a:path w="19874116" h="2308373" extrusionOk="0">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cap="flat" cmpd="sng">
            <a:solidFill>
              <a:schemeClr val="accent1">
                <a:alpha val="40000"/>
              </a:scheme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16" name="Google Shape;316;g3f403393bf8_0_1058"/>
          <p:cNvSpPr/>
          <p:nvPr/>
        </p:nvSpPr>
        <p:spPr>
          <a:xfrm>
            <a:off x="0" y="5630104"/>
            <a:ext cx="12173148" cy="1227897"/>
          </a:xfrm>
          <a:custGeom>
            <a:avLst/>
            <a:gdLst/>
            <a:ahLst/>
            <a:cxnLst/>
            <a:rect l="l" t="t" r="r" b="b"/>
            <a:pathLst>
              <a:path w="19477036" h="1964635" extrusionOk="0">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152B77"/>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17" name="Google Shape;317;g3f403393bf8_0_1058"/>
          <p:cNvSpPr/>
          <p:nvPr/>
        </p:nvSpPr>
        <p:spPr>
          <a:xfrm flipH="1">
            <a:off x="12234223" y="5273243"/>
            <a:ext cx="100200" cy="100200"/>
          </a:xfrm>
          <a:prstGeom prst="ellipse">
            <a:avLst/>
          </a:prstGeom>
          <a:gradFill>
            <a:gsLst>
              <a:gs pos="0">
                <a:schemeClr val="accent1"/>
              </a:gs>
              <a:gs pos="100000">
                <a:schemeClr val="accent2"/>
              </a:gs>
            </a:gsLst>
            <a:lin ang="0" scaled="0"/>
          </a:gradFill>
          <a:ln w="57150" cap="flat" cmpd="sng">
            <a:solidFill>
              <a:srgbClr val="0F2059">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318" name="Google Shape;318;g3f403393bf8_0_1058"/>
          <p:cNvSpPr txBox="1"/>
          <p:nvPr/>
        </p:nvSpPr>
        <p:spPr>
          <a:xfrm>
            <a:off x="1600200" y="931397"/>
            <a:ext cx="10119000" cy="10446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152B77"/>
              </a:buClr>
              <a:buSzPts val="3200"/>
              <a:buFont typeface="Noto Sans"/>
              <a:buNone/>
            </a:pPr>
            <a:r>
              <a:rPr lang="en-US" sz="3200" b="1">
                <a:solidFill>
                  <a:srgbClr val="152B77"/>
                </a:solidFill>
                <a:latin typeface="Noto Sans"/>
                <a:ea typeface="Noto Sans"/>
                <a:cs typeface="Noto Sans"/>
                <a:sym typeface="Noto Sans"/>
              </a:rPr>
              <a:t>European Conference on EDGE AI</a:t>
            </a:r>
            <a:endParaRPr/>
          </a:p>
          <a:p>
            <a:pPr marL="0" marR="0" lvl="0" indent="0" algn="r" rtl="0">
              <a:lnSpc>
                <a:spcPct val="90000"/>
              </a:lnSpc>
              <a:spcBef>
                <a:spcPts val="0"/>
              </a:spcBef>
              <a:spcAft>
                <a:spcPts val="0"/>
              </a:spcAft>
              <a:buClr>
                <a:srgbClr val="152B77"/>
              </a:buClr>
              <a:buSzPts val="3200"/>
              <a:buFont typeface="Noto Sans"/>
              <a:buNone/>
            </a:pPr>
            <a:r>
              <a:rPr lang="en-US" sz="3200" b="1">
                <a:solidFill>
                  <a:srgbClr val="152B77"/>
                </a:solidFill>
                <a:latin typeface="Noto Sans"/>
                <a:ea typeface="Noto Sans"/>
                <a:cs typeface="Noto Sans"/>
                <a:sym typeface="Noto Sans"/>
              </a:rPr>
              <a:t>Technologies and Applications - EEAI</a:t>
            </a:r>
            <a:endParaRPr/>
          </a:p>
        </p:txBody>
      </p:sp>
      <p:sp>
        <p:nvSpPr>
          <p:cNvPr id="319" name="Google Shape;319;g3f403393bf8_0_1058"/>
          <p:cNvSpPr txBox="1"/>
          <p:nvPr/>
        </p:nvSpPr>
        <p:spPr>
          <a:xfrm>
            <a:off x="2687216" y="5649913"/>
            <a:ext cx="7648200" cy="4455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lt1"/>
              </a:buClr>
              <a:buSzPts val="2800"/>
              <a:buFont typeface="Arial"/>
              <a:buNone/>
            </a:pPr>
            <a:r>
              <a:rPr lang="en-US" sz="2800">
                <a:solidFill>
                  <a:schemeClr val="lt1"/>
                </a:solidFill>
                <a:latin typeface="Century Gothic"/>
                <a:ea typeface="Century Gothic"/>
                <a:cs typeface="Century Gothic"/>
                <a:sym typeface="Century Gothic"/>
              </a:rPr>
              <a:t>Milan, </a:t>
            </a:r>
            <a:r>
              <a:rPr lang="en-US" sz="2800">
                <a:solidFill>
                  <a:schemeClr val="lt1"/>
                </a:solidFill>
                <a:latin typeface="Open Sans"/>
                <a:ea typeface="Open Sans"/>
                <a:cs typeface="Open Sans"/>
                <a:sym typeface="Open Sans"/>
              </a:rPr>
              <a:t>Ita</a:t>
            </a:r>
            <a:r>
              <a:rPr lang="en-US" sz="2600" b="1">
                <a:solidFill>
                  <a:srgbClr val="152B77"/>
                </a:solidFill>
                <a:latin typeface="Open Sans"/>
                <a:ea typeface="Open Sans"/>
                <a:cs typeface="Open Sans"/>
                <a:sym typeface="Open Sans"/>
              </a:rPr>
              <a:t>17-19 October 2023 Athens, Greece</a:t>
            </a:r>
            <a:endParaRPr sz="2600" b="1">
              <a:solidFill>
                <a:srgbClr val="152B77"/>
              </a:solidFill>
              <a:latin typeface="Open Sans"/>
              <a:ea typeface="Open Sans"/>
              <a:cs typeface="Open Sans"/>
              <a:sym typeface="Open Sans"/>
            </a:endParaRPr>
          </a:p>
        </p:txBody>
      </p:sp>
      <p:sp>
        <p:nvSpPr>
          <p:cNvPr id="320" name="Google Shape;320;g3f403393bf8_0_1058"/>
          <p:cNvSpPr txBox="1">
            <a:spLocks noGrp="1"/>
          </p:cNvSpPr>
          <p:nvPr>
            <p:ph type="body" idx="2"/>
          </p:nvPr>
        </p:nvSpPr>
        <p:spPr>
          <a:xfrm>
            <a:off x="2926650" y="2706894"/>
            <a:ext cx="9156900" cy="632400"/>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000"/>
              </a:spcBef>
              <a:spcAft>
                <a:spcPts val="0"/>
              </a:spcAft>
              <a:buClr>
                <a:srgbClr val="152B77"/>
              </a:buClr>
              <a:buSzPts val="2800"/>
              <a:buFont typeface="Open Sans"/>
              <a:buNone/>
              <a:defRPr sz="2800" b="1">
                <a:solidFill>
                  <a:srgbClr val="152B77"/>
                </a:solidFill>
                <a:latin typeface="Open Sans"/>
                <a:ea typeface="Open Sans"/>
                <a:cs typeface="Open Sans"/>
                <a:sym typeface="Open Sans"/>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1" name="Google Shape;321;g3f403393bf8_0_1058"/>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2" name="Google Shape;322;g3f403393bf8_0_1058"/>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g3f403393bf8_0_1058"/>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324" name="Google Shape;324;g3f403393bf8_0_1058"/>
          <p:cNvSpPr txBox="1"/>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1">
                <a:solidFill>
                  <a:schemeClr val="accent5"/>
                </a:solidFill>
                <a:latin typeface="Arial"/>
                <a:ea typeface="Arial"/>
                <a:cs typeface="Arial"/>
                <a:sym typeface="Arial"/>
              </a:rPr>
              <a:t>‹#›</a:t>
            </a:fld>
            <a:endParaRPr sz="800" b="1">
              <a:solidFill>
                <a:schemeClr val="accent5"/>
              </a:solidFill>
              <a:latin typeface="Arial"/>
              <a:ea typeface="Arial"/>
              <a:cs typeface="Arial"/>
              <a:sym typeface="Arial"/>
            </a:endParaRPr>
          </a:p>
        </p:txBody>
      </p:sp>
      <p:sp>
        <p:nvSpPr>
          <p:cNvPr id="325" name="Google Shape;325;g3f403393bf8_0_1058"/>
          <p:cNvSpPr txBox="1"/>
          <p:nvPr/>
        </p:nvSpPr>
        <p:spPr>
          <a:xfrm>
            <a:off x="9613839" y="6600950"/>
            <a:ext cx="1380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lt1"/>
                </a:solidFill>
                <a:latin typeface="Calibri"/>
                <a:ea typeface="Calibri"/>
                <a:cs typeface="Calibri"/>
                <a:sym typeface="Calibri"/>
              </a:rPr>
              <a:t>Copyright © 2023</a:t>
            </a:r>
            <a:endParaRPr/>
          </a:p>
        </p:txBody>
      </p:sp>
      <p:pic>
        <p:nvPicPr>
          <p:cNvPr id="326" name="Google Shape;326;g3f403393bf8_0_1058" descr="A purple and blue logo&#10;&#10;Description automatically generated"/>
          <p:cNvPicPr preferRelativeResize="0"/>
          <p:nvPr/>
        </p:nvPicPr>
        <p:blipFill rotWithShape="1">
          <a:blip r:embed="rId2">
            <a:alphaModFix/>
          </a:blip>
          <a:srcRect/>
          <a:stretch/>
        </p:blipFill>
        <p:spPr>
          <a:xfrm>
            <a:off x="183450" y="2411396"/>
            <a:ext cx="2482196" cy="14427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50"/>
                                  </p:stCondLst>
                                  <p:childTnLst>
                                    <p:set>
                                      <p:cBhvr>
                                        <p:cTn id="6" dur="1" fill="hold">
                                          <p:stCondLst>
                                            <p:cond delay="0"/>
                                          </p:stCondLst>
                                        </p:cTn>
                                        <p:tgtEl>
                                          <p:spTgt spid="316"/>
                                        </p:tgtEl>
                                        <p:attrNameLst>
                                          <p:attrName>style.visibility</p:attrName>
                                        </p:attrNameLst>
                                      </p:cBhvr>
                                      <p:to>
                                        <p:strVal val="visible"/>
                                      </p:to>
                                    </p:set>
                                    <p:anim calcmode="lin" valueType="num">
                                      <p:cBhvr additive="base">
                                        <p:cTn id="7" dur="750"/>
                                        <p:tgtEl>
                                          <p:spTgt spid="316"/>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250"/>
                                  </p:stCondLst>
                                  <p:childTnLst>
                                    <p:set>
                                      <p:cBhvr>
                                        <p:cTn id="9" dur="1" fill="hold">
                                          <p:stCondLst>
                                            <p:cond delay="0"/>
                                          </p:stCondLst>
                                        </p:cTn>
                                        <p:tgtEl>
                                          <p:spTgt spid="313"/>
                                        </p:tgtEl>
                                        <p:attrNameLst>
                                          <p:attrName>style.visibility</p:attrName>
                                        </p:attrNameLst>
                                      </p:cBhvr>
                                      <p:to>
                                        <p:strVal val="visible"/>
                                      </p:to>
                                    </p:set>
                                    <p:anim calcmode="lin" valueType="num">
                                      <p:cBhvr additive="base">
                                        <p:cTn id="10" dur="750"/>
                                        <p:tgtEl>
                                          <p:spTgt spid="313"/>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250"/>
                                  </p:stCondLst>
                                  <p:childTnLst>
                                    <p:set>
                                      <p:cBhvr>
                                        <p:cTn id="12" dur="1" fill="hold">
                                          <p:stCondLst>
                                            <p:cond delay="0"/>
                                          </p:stCondLst>
                                        </p:cTn>
                                        <p:tgtEl>
                                          <p:spTgt spid="315"/>
                                        </p:tgtEl>
                                        <p:attrNameLst>
                                          <p:attrName>style.visibility</p:attrName>
                                        </p:attrNameLst>
                                      </p:cBhvr>
                                      <p:to>
                                        <p:strVal val="visible"/>
                                      </p:to>
                                    </p:set>
                                    <p:anim calcmode="lin" valueType="num">
                                      <p:cBhvr additive="base">
                                        <p:cTn id="13" dur="1000"/>
                                        <p:tgtEl>
                                          <p:spTgt spid="315"/>
                                        </p:tgtEl>
                                        <p:attrNameLst>
                                          <p:attrName>ppt_y</p:attrName>
                                        </p:attrNameLst>
                                      </p:cBhvr>
                                      <p:tavLst>
                                        <p:tav tm="0">
                                          <p:val>
                                            <p:strVal val="#ppt_y+1"/>
                                          </p:val>
                                        </p:tav>
                                        <p:tav tm="100000">
                                          <p:val>
                                            <p:strVal val="#ppt_y"/>
                                          </p:val>
                                        </p:tav>
                                      </p:tavLst>
                                    </p:anim>
                                  </p:childTnLst>
                                </p:cTn>
                              </p:par>
                              <p:par>
                                <p:cTn id="14" presetID="2" presetClass="entr" presetSubtype="1" fill="hold" nodeType="withEffect">
                                  <p:stCondLst>
                                    <p:cond delay="250"/>
                                  </p:stCondLst>
                                  <p:childTnLst>
                                    <p:set>
                                      <p:cBhvr>
                                        <p:cTn id="15" dur="1" fill="hold">
                                          <p:stCondLst>
                                            <p:cond delay="0"/>
                                          </p:stCondLst>
                                        </p:cTn>
                                        <p:tgtEl>
                                          <p:spTgt spid="312"/>
                                        </p:tgtEl>
                                        <p:attrNameLst>
                                          <p:attrName>style.visibility</p:attrName>
                                        </p:attrNameLst>
                                      </p:cBhvr>
                                      <p:to>
                                        <p:strVal val="visible"/>
                                      </p:to>
                                    </p:set>
                                    <p:anim calcmode="lin" valueType="num">
                                      <p:cBhvr additive="base">
                                        <p:cTn id="16" dur="1000"/>
                                        <p:tgtEl>
                                          <p:spTgt spid="3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7"/>
        <p:cNvGrpSpPr/>
        <p:nvPr/>
      </p:nvGrpSpPr>
      <p:grpSpPr>
        <a:xfrm>
          <a:off x="0" y="0"/>
          <a:ext cx="0" cy="0"/>
          <a:chOff x="0" y="0"/>
          <a:chExt cx="0" cy="0"/>
        </a:xfrm>
      </p:grpSpPr>
      <p:sp>
        <p:nvSpPr>
          <p:cNvPr id="328" name="Google Shape;328;g3f403393bf8_0_1076"/>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g3f403393bf8_0_1076"/>
          <p:cNvSpPr txBox="1">
            <a:spLocks noGrp="1"/>
          </p:cNvSpPr>
          <p:nvPr>
            <p:ph type="body" idx="1"/>
          </p:nvPr>
        </p:nvSpPr>
        <p:spPr>
          <a:xfrm>
            <a:off x="179388" y="887413"/>
            <a:ext cx="11824200" cy="5691300"/>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rgbClr val="102059"/>
              </a:buClr>
              <a:buSzPts val="2800"/>
              <a:buChar char="•"/>
              <a:defRPr/>
            </a:lvl1pPr>
            <a:lvl2pPr marL="914400" lvl="1" indent="-381000" algn="just">
              <a:lnSpc>
                <a:spcPct val="90000"/>
              </a:lnSpc>
              <a:spcBef>
                <a:spcPts val="500"/>
              </a:spcBef>
              <a:spcAft>
                <a:spcPts val="0"/>
              </a:spcAft>
              <a:buClr>
                <a:srgbClr val="102059"/>
              </a:buClr>
              <a:buSzPts val="2400"/>
              <a:buChar char="•"/>
              <a:defRPr/>
            </a:lvl2pPr>
            <a:lvl3pPr marL="1371600" lvl="2" indent="-355600" algn="just">
              <a:lnSpc>
                <a:spcPct val="90000"/>
              </a:lnSpc>
              <a:spcBef>
                <a:spcPts val="500"/>
              </a:spcBef>
              <a:spcAft>
                <a:spcPts val="0"/>
              </a:spcAft>
              <a:buClr>
                <a:srgbClr val="102059"/>
              </a:buClr>
              <a:buSzPts val="20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0" name="Google Shape;330;g3f403393bf8_0_107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g3f403393bf8_0_107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g3f403393bf8_0_107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800" b="1">
                <a:solidFill>
                  <a:schemeClr val="accent5"/>
                </a:solidFill>
                <a:latin typeface="Open Sans"/>
                <a:ea typeface="Open Sans"/>
                <a:cs typeface="Open Sans"/>
                <a:sym typeface="Open Sans"/>
              </a:defRPr>
            </a:lvl1pPr>
            <a:lvl2pPr marL="0" lvl="1" indent="0" algn="ctr">
              <a:spcBef>
                <a:spcPts val="0"/>
              </a:spcBef>
              <a:buNone/>
              <a:defRPr sz="800" b="1">
                <a:solidFill>
                  <a:schemeClr val="accent5"/>
                </a:solidFill>
                <a:latin typeface="Open Sans"/>
                <a:ea typeface="Open Sans"/>
                <a:cs typeface="Open Sans"/>
                <a:sym typeface="Open Sans"/>
              </a:defRPr>
            </a:lvl2pPr>
            <a:lvl3pPr marL="0" lvl="2" indent="0" algn="ctr">
              <a:spcBef>
                <a:spcPts val="0"/>
              </a:spcBef>
              <a:buNone/>
              <a:defRPr sz="800" b="1">
                <a:solidFill>
                  <a:schemeClr val="accent5"/>
                </a:solidFill>
                <a:latin typeface="Open Sans"/>
                <a:ea typeface="Open Sans"/>
                <a:cs typeface="Open Sans"/>
                <a:sym typeface="Open Sans"/>
              </a:defRPr>
            </a:lvl3pPr>
            <a:lvl4pPr marL="0" lvl="3" indent="0" algn="ctr">
              <a:spcBef>
                <a:spcPts val="0"/>
              </a:spcBef>
              <a:buNone/>
              <a:defRPr sz="800" b="1">
                <a:solidFill>
                  <a:schemeClr val="accent5"/>
                </a:solidFill>
                <a:latin typeface="Open Sans"/>
                <a:ea typeface="Open Sans"/>
                <a:cs typeface="Open Sans"/>
                <a:sym typeface="Open Sans"/>
              </a:defRPr>
            </a:lvl4pPr>
            <a:lvl5pPr marL="0" lvl="4" indent="0" algn="ctr">
              <a:spcBef>
                <a:spcPts val="0"/>
              </a:spcBef>
              <a:buNone/>
              <a:defRPr sz="800" b="1">
                <a:solidFill>
                  <a:schemeClr val="accent5"/>
                </a:solidFill>
                <a:latin typeface="Open Sans"/>
                <a:ea typeface="Open Sans"/>
                <a:cs typeface="Open Sans"/>
                <a:sym typeface="Open Sans"/>
              </a:defRPr>
            </a:lvl5pPr>
            <a:lvl6pPr marL="0" lvl="5" indent="0" algn="ctr">
              <a:spcBef>
                <a:spcPts val="0"/>
              </a:spcBef>
              <a:buNone/>
              <a:defRPr sz="800" b="1">
                <a:solidFill>
                  <a:schemeClr val="accent5"/>
                </a:solidFill>
                <a:latin typeface="Open Sans"/>
                <a:ea typeface="Open Sans"/>
                <a:cs typeface="Open Sans"/>
                <a:sym typeface="Open Sans"/>
              </a:defRPr>
            </a:lvl6pPr>
            <a:lvl7pPr marL="0" lvl="6" indent="0" algn="ctr">
              <a:spcBef>
                <a:spcPts val="0"/>
              </a:spcBef>
              <a:buNone/>
              <a:defRPr sz="800" b="1">
                <a:solidFill>
                  <a:schemeClr val="accent5"/>
                </a:solidFill>
                <a:latin typeface="Open Sans"/>
                <a:ea typeface="Open Sans"/>
                <a:cs typeface="Open Sans"/>
                <a:sym typeface="Open Sans"/>
              </a:defRPr>
            </a:lvl7pPr>
            <a:lvl8pPr marL="0" lvl="7" indent="0" algn="ctr">
              <a:spcBef>
                <a:spcPts val="0"/>
              </a:spcBef>
              <a:buNone/>
              <a:defRPr sz="800" b="1">
                <a:solidFill>
                  <a:schemeClr val="accent5"/>
                </a:solidFill>
                <a:latin typeface="Open Sans"/>
                <a:ea typeface="Open Sans"/>
                <a:cs typeface="Open Sans"/>
                <a:sym typeface="Open Sans"/>
              </a:defRPr>
            </a:lvl8pPr>
            <a:lvl9pPr marL="0" lvl="8" indent="0" algn="ctr">
              <a:spcBef>
                <a:spcPts val="0"/>
              </a:spcBef>
              <a:buNone/>
              <a:defRPr sz="800" b="1">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33"/>
        <p:cNvGrpSpPr/>
        <p:nvPr/>
      </p:nvGrpSpPr>
      <p:grpSpPr>
        <a:xfrm>
          <a:off x="0" y="0"/>
          <a:ext cx="0" cy="0"/>
          <a:chOff x="0" y="0"/>
          <a:chExt cx="0" cy="0"/>
        </a:xfrm>
      </p:grpSpPr>
      <p:sp>
        <p:nvSpPr>
          <p:cNvPr id="334" name="Google Shape;334;g3f403393bf8_0_1082"/>
          <p:cNvSpPr>
            <a:spLocks noGrp="1"/>
          </p:cNvSpPr>
          <p:nvPr>
            <p:ph type="pic" idx="2"/>
          </p:nvPr>
        </p:nvSpPr>
        <p:spPr>
          <a:xfrm>
            <a:off x="193193" y="2866870"/>
            <a:ext cx="4163400" cy="3603900"/>
          </a:xfrm>
          <a:prstGeom prst="rect">
            <a:avLst/>
          </a:prstGeom>
          <a:noFill/>
          <a:ln>
            <a:noFill/>
          </a:ln>
        </p:spPr>
      </p:sp>
      <p:sp>
        <p:nvSpPr>
          <p:cNvPr id="335" name="Google Shape;335;g3f403393bf8_0_1082"/>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g3f403393bf8_0_1082"/>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g3f403393bf8_0_1082"/>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g3f403393bf8_0_108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339"/>
        <p:cNvGrpSpPr/>
        <p:nvPr/>
      </p:nvGrpSpPr>
      <p:grpSpPr>
        <a:xfrm>
          <a:off x="0" y="0"/>
          <a:ext cx="0" cy="0"/>
          <a:chOff x="0" y="0"/>
          <a:chExt cx="0" cy="0"/>
        </a:xfrm>
      </p:grpSpPr>
      <p:sp>
        <p:nvSpPr>
          <p:cNvPr id="340" name="Google Shape;340;g3f403393bf8_0_1088"/>
          <p:cNvSpPr>
            <a:spLocks noGrp="1"/>
          </p:cNvSpPr>
          <p:nvPr>
            <p:ph type="pic" idx="2"/>
          </p:nvPr>
        </p:nvSpPr>
        <p:spPr>
          <a:xfrm>
            <a:off x="185061" y="1066689"/>
            <a:ext cx="3902700" cy="2364000"/>
          </a:xfrm>
          <a:prstGeom prst="rect">
            <a:avLst/>
          </a:prstGeom>
          <a:noFill/>
          <a:ln>
            <a:noFill/>
          </a:ln>
        </p:spPr>
      </p:sp>
      <p:sp>
        <p:nvSpPr>
          <p:cNvPr id="341" name="Google Shape;341;g3f403393bf8_0_1088"/>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2" name="Google Shape;342;g3f403393bf8_0_1088"/>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g3f403393bf8_0_1088"/>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g3f403393bf8_0_1088"/>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345"/>
        <p:cNvGrpSpPr/>
        <p:nvPr/>
      </p:nvGrpSpPr>
      <p:grpSpPr>
        <a:xfrm>
          <a:off x="0" y="0"/>
          <a:ext cx="0" cy="0"/>
          <a:chOff x="0" y="0"/>
          <a:chExt cx="0" cy="0"/>
        </a:xfrm>
      </p:grpSpPr>
      <p:sp>
        <p:nvSpPr>
          <p:cNvPr id="346" name="Google Shape;346;g3f403393bf8_0_1094"/>
          <p:cNvSpPr>
            <a:spLocks noGrp="1"/>
          </p:cNvSpPr>
          <p:nvPr>
            <p:ph type="pic" idx="2"/>
          </p:nvPr>
        </p:nvSpPr>
        <p:spPr>
          <a:xfrm>
            <a:off x="681554" y="2269419"/>
            <a:ext cx="2673300" cy="4282500"/>
          </a:xfrm>
          <a:prstGeom prst="rect">
            <a:avLst/>
          </a:prstGeom>
          <a:noFill/>
          <a:ln>
            <a:noFill/>
          </a:ln>
        </p:spPr>
      </p:sp>
      <p:sp>
        <p:nvSpPr>
          <p:cNvPr id="347" name="Google Shape;347;g3f403393bf8_0_1094"/>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8" name="Google Shape;348;g3f403393bf8_0_1094"/>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9" name="Google Shape;349;g3f403393bf8_0_1094"/>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g3f403393bf8_0_1094"/>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351"/>
        <p:cNvGrpSpPr/>
        <p:nvPr/>
      </p:nvGrpSpPr>
      <p:grpSpPr>
        <a:xfrm>
          <a:off x="0" y="0"/>
          <a:ext cx="0" cy="0"/>
          <a:chOff x="0" y="0"/>
          <a:chExt cx="0" cy="0"/>
        </a:xfrm>
      </p:grpSpPr>
      <p:sp>
        <p:nvSpPr>
          <p:cNvPr id="352" name="Google Shape;352;g3f403393bf8_0_1100"/>
          <p:cNvSpPr>
            <a:spLocks noGrp="1"/>
          </p:cNvSpPr>
          <p:nvPr>
            <p:ph type="pic" idx="2"/>
          </p:nvPr>
        </p:nvSpPr>
        <p:spPr>
          <a:xfrm>
            <a:off x="166010" y="2743200"/>
            <a:ext cx="5882400" cy="3851400"/>
          </a:xfrm>
          <a:prstGeom prst="rect">
            <a:avLst/>
          </a:prstGeom>
          <a:noFill/>
          <a:ln>
            <a:noFill/>
          </a:ln>
        </p:spPr>
      </p:sp>
      <p:sp>
        <p:nvSpPr>
          <p:cNvPr id="353" name="Google Shape;353;g3f403393bf8_0_110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4" name="Google Shape;354;g3f403393bf8_0_110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5" name="Google Shape;355;g3f403393bf8_0_110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6" name="Google Shape;356;g3f403393bf8_0_110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357"/>
        <p:cNvGrpSpPr/>
        <p:nvPr/>
      </p:nvGrpSpPr>
      <p:grpSpPr>
        <a:xfrm>
          <a:off x="0" y="0"/>
          <a:ext cx="0" cy="0"/>
          <a:chOff x="0" y="0"/>
          <a:chExt cx="0" cy="0"/>
        </a:xfrm>
      </p:grpSpPr>
      <p:sp>
        <p:nvSpPr>
          <p:cNvPr id="358" name="Google Shape;358;g3f403393bf8_0_1106"/>
          <p:cNvSpPr>
            <a:spLocks noGrp="1"/>
          </p:cNvSpPr>
          <p:nvPr>
            <p:ph type="pic" idx="2"/>
          </p:nvPr>
        </p:nvSpPr>
        <p:spPr>
          <a:xfrm>
            <a:off x="684856" y="1772677"/>
            <a:ext cx="2990100" cy="1965900"/>
          </a:xfrm>
          <a:prstGeom prst="rect">
            <a:avLst/>
          </a:prstGeom>
          <a:noFill/>
          <a:ln>
            <a:noFill/>
          </a:ln>
        </p:spPr>
      </p:sp>
      <p:sp>
        <p:nvSpPr>
          <p:cNvPr id="359" name="Google Shape;359;g3f403393bf8_0_1106"/>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0" name="Google Shape;360;g3f403393bf8_0_110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1" name="Google Shape;361;g3f403393bf8_0_110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2" name="Google Shape;362;g3f403393bf8_0_110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363"/>
        <p:cNvGrpSpPr/>
        <p:nvPr/>
      </p:nvGrpSpPr>
      <p:grpSpPr>
        <a:xfrm>
          <a:off x="0" y="0"/>
          <a:ext cx="0" cy="0"/>
          <a:chOff x="0" y="0"/>
          <a:chExt cx="0" cy="0"/>
        </a:xfrm>
      </p:grpSpPr>
      <p:sp>
        <p:nvSpPr>
          <p:cNvPr id="364" name="Google Shape;364;g3f403393bf8_0_1112"/>
          <p:cNvSpPr>
            <a:spLocks noGrp="1"/>
          </p:cNvSpPr>
          <p:nvPr>
            <p:ph type="pic" idx="2"/>
          </p:nvPr>
        </p:nvSpPr>
        <p:spPr>
          <a:xfrm>
            <a:off x="211249" y="908405"/>
            <a:ext cx="11769600" cy="2534700"/>
          </a:xfrm>
          <a:prstGeom prst="rect">
            <a:avLst/>
          </a:prstGeom>
          <a:noFill/>
          <a:ln>
            <a:noFill/>
          </a:ln>
        </p:spPr>
      </p:sp>
      <p:sp>
        <p:nvSpPr>
          <p:cNvPr id="365" name="Google Shape;365;g3f403393bf8_0_1112"/>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6" name="Google Shape;366;g3f403393bf8_0_1112"/>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7" name="Google Shape;367;g3f403393bf8_0_1112"/>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g3f403393bf8_0_111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369"/>
        <p:cNvGrpSpPr/>
        <p:nvPr/>
      </p:nvGrpSpPr>
      <p:grpSpPr>
        <a:xfrm>
          <a:off x="0" y="0"/>
          <a:ext cx="0" cy="0"/>
          <a:chOff x="0" y="0"/>
          <a:chExt cx="0" cy="0"/>
        </a:xfrm>
      </p:grpSpPr>
      <p:sp>
        <p:nvSpPr>
          <p:cNvPr id="370" name="Google Shape;370;g3f403393bf8_0_1118"/>
          <p:cNvSpPr>
            <a:spLocks noGrp="1"/>
          </p:cNvSpPr>
          <p:nvPr>
            <p:ph type="pic" idx="2"/>
          </p:nvPr>
        </p:nvSpPr>
        <p:spPr>
          <a:xfrm>
            <a:off x="5159323" y="4660124"/>
            <a:ext cx="1873500" cy="1873500"/>
          </a:xfrm>
          <a:prstGeom prst="rect">
            <a:avLst/>
          </a:prstGeom>
          <a:noFill/>
          <a:ln>
            <a:noFill/>
          </a:ln>
        </p:spPr>
      </p:sp>
      <p:sp>
        <p:nvSpPr>
          <p:cNvPr id="371" name="Google Shape;371;g3f403393bf8_0_1118"/>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2" name="Google Shape;372;g3f403393bf8_0_1118"/>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g3f403393bf8_0_1118"/>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g3f403393bf8_0_1118"/>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5"/>
        <p:cNvGrpSpPr/>
        <p:nvPr/>
      </p:nvGrpSpPr>
      <p:grpSpPr>
        <a:xfrm>
          <a:off x="0" y="0"/>
          <a:ext cx="0" cy="0"/>
          <a:chOff x="0" y="0"/>
          <a:chExt cx="0" cy="0"/>
        </a:xfrm>
      </p:grpSpPr>
      <p:sp>
        <p:nvSpPr>
          <p:cNvPr id="376" name="Google Shape;376;g3f403393bf8_0_112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6000"/>
              <a:buFont typeface="Noto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7" name="Google Shape;377;g3f403393bf8_0_112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888888"/>
              </a:buClr>
              <a:buSzPts val="2400"/>
              <a:buNone/>
              <a:defRPr sz="2400">
                <a:solidFill>
                  <a:srgbClr val="888888"/>
                </a:solidFill>
              </a:defRPr>
            </a:lvl1pPr>
            <a:lvl2pPr marL="914400" lvl="1" indent="-228600" algn="just">
              <a:lnSpc>
                <a:spcPct val="90000"/>
              </a:lnSpc>
              <a:spcBef>
                <a:spcPts val="500"/>
              </a:spcBef>
              <a:spcAft>
                <a:spcPts val="0"/>
              </a:spcAft>
              <a:buClr>
                <a:srgbClr val="888888"/>
              </a:buClr>
              <a:buSzPts val="2000"/>
              <a:buNone/>
              <a:defRPr sz="2000">
                <a:solidFill>
                  <a:srgbClr val="888888"/>
                </a:solidFill>
              </a:defRPr>
            </a:lvl2pPr>
            <a:lvl3pPr marL="1371600" lvl="2" indent="-228600" algn="just">
              <a:lnSpc>
                <a:spcPct val="90000"/>
              </a:lnSpc>
              <a:spcBef>
                <a:spcPts val="500"/>
              </a:spcBef>
              <a:spcAft>
                <a:spcPts val="0"/>
              </a:spcAft>
              <a:buClr>
                <a:srgbClr val="888888"/>
              </a:buClr>
              <a:buSzPts val="1800"/>
              <a:buNone/>
              <a:defRPr sz="1800">
                <a:solidFill>
                  <a:srgbClr val="888888"/>
                </a:solidFill>
              </a:defRPr>
            </a:lvl3pPr>
            <a:lvl4pPr marL="1828800" lvl="3" indent="-228600" algn="just">
              <a:lnSpc>
                <a:spcPct val="90000"/>
              </a:lnSpc>
              <a:spcBef>
                <a:spcPts val="500"/>
              </a:spcBef>
              <a:spcAft>
                <a:spcPts val="0"/>
              </a:spcAft>
              <a:buClr>
                <a:srgbClr val="888888"/>
              </a:buClr>
              <a:buSzPts val="1600"/>
              <a:buNone/>
              <a:defRPr sz="1600">
                <a:solidFill>
                  <a:srgbClr val="888888"/>
                </a:solidFill>
              </a:defRPr>
            </a:lvl4pPr>
            <a:lvl5pPr marL="2286000" lvl="4" indent="-228600" algn="just">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8" name="Google Shape;378;g3f403393bf8_0_1124"/>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9" name="Google Shape;379;g3f403393bf8_0_1124"/>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0" name="Google Shape;380;g3f403393bf8_0_1124"/>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1"/>
        <p:cNvGrpSpPr/>
        <p:nvPr/>
      </p:nvGrpSpPr>
      <p:grpSpPr>
        <a:xfrm>
          <a:off x="0" y="0"/>
          <a:ext cx="0" cy="0"/>
          <a:chOff x="0" y="0"/>
          <a:chExt cx="0" cy="0"/>
        </a:xfrm>
      </p:grpSpPr>
      <p:sp>
        <p:nvSpPr>
          <p:cNvPr id="382" name="Google Shape;382;g3f403393bf8_0_113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3" name="Google Shape;383;g3f403393bf8_0_113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4" name="Google Shape;384;g3f403393bf8_0_113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5" name="Google Shape;385;g3f403393bf8_0_113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6" name="Google Shape;386;g3f403393bf8_0_113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7" name="Google Shape;387;g3f403393bf8_0_113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8"/>
        <p:cNvGrpSpPr/>
        <p:nvPr/>
      </p:nvGrpSpPr>
      <p:grpSpPr>
        <a:xfrm>
          <a:off x="0" y="0"/>
          <a:ext cx="0" cy="0"/>
          <a:chOff x="0" y="0"/>
          <a:chExt cx="0" cy="0"/>
        </a:xfrm>
      </p:grpSpPr>
      <p:sp>
        <p:nvSpPr>
          <p:cNvPr id="389" name="Google Shape;389;g3f403393bf8_0_1137"/>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g3f403393bf8_0_1137"/>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102059"/>
              </a:buClr>
              <a:buSzPts val="2400"/>
              <a:buNone/>
              <a:defRPr sz="2400" b="1"/>
            </a:lvl1pPr>
            <a:lvl2pPr marL="914400" lvl="1" indent="-228600" algn="just">
              <a:lnSpc>
                <a:spcPct val="90000"/>
              </a:lnSpc>
              <a:spcBef>
                <a:spcPts val="500"/>
              </a:spcBef>
              <a:spcAft>
                <a:spcPts val="0"/>
              </a:spcAft>
              <a:buClr>
                <a:srgbClr val="102059"/>
              </a:buClr>
              <a:buSzPts val="2000"/>
              <a:buNone/>
              <a:defRPr sz="2000" b="1"/>
            </a:lvl2pPr>
            <a:lvl3pPr marL="1371600" lvl="2" indent="-228600" algn="just">
              <a:lnSpc>
                <a:spcPct val="90000"/>
              </a:lnSpc>
              <a:spcBef>
                <a:spcPts val="500"/>
              </a:spcBef>
              <a:spcAft>
                <a:spcPts val="0"/>
              </a:spcAft>
              <a:buClr>
                <a:srgbClr val="102059"/>
              </a:buClr>
              <a:buSzPts val="1800"/>
              <a:buNone/>
              <a:defRPr sz="1800" b="1"/>
            </a:lvl3pPr>
            <a:lvl4pPr marL="1828800" lvl="3" indent="-228600" algn="just">
              <a:lnSpc>
                <a:spcPct val="90000"/>
              </a:lnSpc>
              <a:spcBef>
                <a:spcPts val="500"/>
              </a:spcBef>
              <a:spcAft>
                <a:spcPts val="0"/>
              </a:spcAft>
              <a:buClr>
                <a:srgbClr val="102059"/>
              </a:buClr>
              <a:buSzPts val="1600"/>
              <a:buNone/>
              <a:defRPr sz="1600" b="1"/>
            </a:lvl4pPr>
            <a:lvl5pPr marL="2286000" lvl="4" indent="-228600" algn="just">
              <a:lnSpc>
                <a:spcPct val="90000"/>
              </a:lnSpc>
              <a:spcBef>
                <a:spcPts val="500"/>
              </a:spcBef>
              <a:spcAft>
                <a:spcPts val="0"/>
              </a:spcAft>
              <a:buClr>
                <a:srgbClr val="1020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1" name="Google Shape;391;g3f403393bf8_0_1137"/>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2" name="Google Shape;392;g3f403393bf8_0_1137"/>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102059"/>
              </a:buClr>
              <a:buSzPts val="2400"/>
              <a:buNone/>
              <a:defRPr sz="2400" b="1"/>
            </a:lvl1pPr>
            <a:lvl2pPr marL="914400" lvl="1" indent="-228600" algn="just">
              <a:lnSpc>
                <a:spcPct val="90000"/>
              </a:lnSpc>
              <a:spcBef>
                <a:spcPts val="500"/>
              </a:spcBef>
              <a:spcAft>
                <a:spcPts val="0"/>
              </a:spcAft>
              <a:buClr>
                <a:srgbClr val="102059"/>
              </a:buClr>
              <a:buSzPts val="2000"/>
              <a:buNone/>
              <a:defRPr sz="2000" b="1"/>
            </a:lvl2pPr>
            <a:lvl3pPr marL="1371600" lvl="2" indent="-228600" algn="just">
              <a:lnSpc>
                <a:spcPct val="90000"/>
              </a:lnSpc>
              <a:spcBef>
                <a:spcPts val="500"/>
              </a:spcBef>
              <a:spcAft>
                <a:spcPts val="0"/>
              </a:spcAft>
              <a:buClr>
                <a:srgbClr val="102059"/>
              </a:buClr>
              <a:buSzPts val="1800"/>
              <a:buNone/>
              <a:defRPr sz="1800" b="1"/>
            </a:lvl3pPr>
            <a:lvl4pPr marL="1828800" lvl="3" indent="-228600" algn="just">
              <a:lnSpc>
                <a:spcPct val="90000"/>
              </a:lnSpc>
              <a:spcBef>
                <a:spcPts val="500"/>
              </a:spcBef>
              <a:spcAft>
                <a:spcPts val="0"/>
              </a:spcAft>
              <a:buClr>
                <a:srgbClr val="102059"/>
              </a:buClr>
              <a:buSzPts val="1600"/>
              <a:buNone/>
              <a:defRPr sz="1600" b="1"/>
            </a:lvl4pPr>
            <a:lvl5pPr marL="2286000" lvl="4" indent="-228600" algn="just">
              <a:lnSpc>
                <a:spcPct val="90000"/>
              </a:lnSpc>
              <a:spcBef>
                <a:spcPts val="500"/>
              </a:spcBef>
              <a:spcAft>
                <a:spcPts val="0"/>
              </a:spcAft>
              <a:buClr>
                <a:srgbClr val="1020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3" name="Google Shape;393;g3f403393bf8_0_1137"/>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4" name="Google Shape;394;g3f403393bf8_0_1137"/>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5" name="Google Shape;395;g3f403393bf8_0_1137"/>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6" name="Google Shape;396;g3f403393bf8_0_1137"/>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7"/>
        <p:cNvGrpSpPr/>
        <p:nvPr/>
      </p:nvGrpSpPr>
      <p:grpSpPr>
        <a:xfrm>
          <a:off x="0" y="0"/>
          <a:ext cx="0" cy="0"/>
          <a:chOff x="0" y="0"/>
          <a:chExt cx="0" cy="0"/>
        </a:xfrm>
      </p:grpSpPr>
      <p:sp>
        <p:nvSpPr>
          <p:cNvPr id="398" name="Google Shape;398;g3f403393bf8_0_1146"/>
          <p:cNvSpPr txBox="1">
            <a:spLocks noGrp="1"/>
          </p:cNvSpPr>
          <p:nvPr>
            <p:ph type="title"/>
          </p:nvPr>
        </p:nvSpPr>
        <p:spPr>
          <a:xfrm>
            <a:off x="185060" y="91074"/>
            <a:ext cx="11824200" cy="803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9" name="Google Shape;399;g3f403393bf8_0_114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0" name="Google Shape;400;g3f403393bf8_0_114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1" name="Google Shape;401;g3f403393bf8_0_114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2"/>
        <p:cNvGrpSpPr/>
        <p:nvPr/>
      </p:nvGrpSpPr>
      <p:grpSpPr>
        <a:xfrm>
          <a:off x="0" y="0"/>
          <a:ext cx="0" cy="0"/>
          <a:chOff x="0" y="0"/>
          <a:chExt cx="0" cy="0"/>
        </a:xfrm>
      </p:grpSpPr>
      <p:sp>
        <p:nvSpPr>
          <p:cNvPr id="403" name="Google Shape;403;g3f403393bf8_0_1151"/>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4" name="Google Shape;404;g3f403393bf8_0_1151"/>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5" name="Google Shape;405;g3f403393bf8_0_1151"/>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6"/>
        <p:cNvGrpSpPr/>
        <p:nvPr/>
      </p:nvGrpSpPr>
      <p:grpSpPr>
        <a:xfrm>
          <a:off x="0" y="0"/>
          <a:ext cx="0" cy="0"/>
          <a:chOff x="0" y="0"/>
          <a:chExt cx="0" cy="0"/>
        </a:xfrm>
      </p:grpSpPr>
      <p:sp>
        <p:nvSpPr>
          <p:cNvPr id="407" name="Google Shape;407;g3f403393bf8_0_1155"/>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No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8" name="Google Shape;408;g3f403393bf8_0_1155"/>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just">
              <a:lnSpc>
                <a:spcPct val="90000"/>
              </a:lnSpc>
              <a:spcBef>
                <a:spcPts val="1000"/>
              </a:spcBef>
              <a:spcAft>
                <a:spcPts val="0"/>
              </a:spcAft>
              <a:buClr>
                <a:srgbClr val="102059"/>
              </a:buClr>
              <a:buSzPts val="3200"/>
              <a:buChar char="•"/>
              <a:defRPr sz="3200"/>
            </a:lvl1pPr>
            <a:lvl2pPr marL="914400" lvl="1" indent="-406400" algn="just">
              <a:lnSpc>
                <a:spcPct val="90000"/>
              </a:lnSpc>
              <a:spcBef>
                <a:spcPts val="500"/>
              </a:spcBef>
              <a:spcAft>
                <a:spcPts val="0"/>
              </a:spcAft>
              <a:buClr>
                <a:srgbClr val="102059"/>
              </a:buClr>
              <a:buSzPts val="2800"/>
              <a:buChar char="•"/>
              <a:defRPr sz="2800"/>
            </a:lvl2pPr>
            <a:lvl3pPr marL="1371600" lvl="2" indent="-381000" algn="just">
              <a:lnSpc>
                <a:spcPct val="90000"/>
              </a:lnSpc>
              <a:spcBef>
                <a:spcPts val="500"/>
              </a:spcBef>
              <a:spcAft>
                <a:spcPts val="0"/>
              </a:spcAft>
              <a:buClr>
                <a:srgbClr val="102059"/>
              </a:buClr>
              <a:buSzPts val="2400"/>
              <a:buChar char="•"/>
              <a:defRPr sz="2400"/>
            </a:lvl3pPr>
            <a:lvl4pPr marL="1828800" lvl="3" indent="-355600" algn="just">
              <a:lnSpc>
                <a:spcPct val="90000"/>
              </a:lnSpc>
              <a:spcBef>
                <a:spcPts val="500"/>
              </a:spcBef>
              <a:spcAft>
                <a:spcPts val="0"/>
              </a:spcAft>
              <a:buClr>
                <a:srgbClr val="102059"/>
              </a:buClr>
              <a:buSzPts val="2000"/>
              <a:buChar char="•"/>
              <a:defRPr sz="2000"/>
            </a:lvl4pPr>
            <a:lvl5pPr marL="2286000" lvl="4" indent="-355600" algn="just">
              <a:lnSpc>
                <a:spcPct val="90000"/>
              </a:lnSpc>
              <a:spcBef>
                <a:spcPts val="500"/>
              </a:spcBef>
              <a:spcAft>
                <a:spcPts val="0"/>
              </a:spcAft>
              <a:buClr>
                <a:srgbClr val="102059"/>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09" name="Google Shape;409;g3f403393bf8_0_1155"/>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02059"/>
              </a:buClr>
              <a:buSzPts val="1600"/>
              <a:buNone/>
              <a:defRPr sz="1600"/>
            </a:lvl1pPr>
            <a:lvl2pPr marL="914400" lvl="1" indent="-228600" algn="just">
              <a:lnSpc>
                <a:spcPct val="90000"/>
              </a:lnSpc>
              <a:spcBef>
                <a:spcPts val="500"/>
              </a:spcBef>
              <a:spcAft>
                <a:spcPts val="0"/>
              </a:spcAft>
              <a:buClr>
                <a:srgbClr val="102059"/>
              </a:buClr>
              <a:buSzPts val="1400"/>
              <a:buNone/>
              <a:defRPr sz="1400"/>
            </a:lvl2pPr>
            <a:lvl3pPr marL="1371600" lvl="2" indent="-228600" algn="just">
              <a:lnSpc>
                <a:spcPct val="90000"/>
              </a:lnSpc>
              <a:spcBef>
                <a:spcPts val="500"/>
              </a:spcBef>
              <a:spcAft>
                <a:spcPts val="0"/>
              </a:spcAft>
              <a:buClr>
                <a:srgbClr val="102059"/>
              </a:buClr>
              <a:buSzPts val="1200"/>
              <a:buNone/>
              <a:defRPr sz="1200"/>
            </a:lvl3pPr>
            <a:lvl4pPr marL="1828800" lvl="3" indent="-228600" algn="just">
              <a:lnSpc>
                <a:spcPct val="90000"/>
              </a:lnSpc>
              <a:spcBef>
                <a:spcPts val="500"/>
              </a:spcBef>
              <a:spcAft>
                <a:spcPts val="0"/>
              </a:spcAft>
              <a:buClr>
                <a:srgbClr val="102059"/>
              </a:buClr>
              <a:buSzPts val="1000"/>
              <a:buNone/>
              <a:defRPr sz="1000"/>
            </a:lvl4pPr>
            <a:lvl5pPr marL="2286000" lvl="4" indent="-228600" algn="just">
              <a:lnSpc>
                <a:spcPct val="90000"/>
              </a:lnSpc>
              <a:spcBef>
                <a:spcPts val="500"/>
              </a:spcBef>
              <a:spcAft>
                <a:spcPts val="0"/>
              </a:spcAft>
              <a:buClr>
                <a:srgbClr val="1020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10" name="Google Shape;410;g3f403393bf8_0_1155"/>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1" name="Google Shape;411;g3f403393bf8_0_1155"/>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2" name="Google Shape;412;g3f403393bf8_0_1155"/>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3"/>
        <p:cNvGrpSpPr/>
        <p:nvPr/>
      </p:nvGrpSpPr>
      <p:grpSpPr>
        <a:xfrm>
          <a:off x="0" y="0"/>
          <a:ext cx="0" cy="0"/>
          <a:chOff x="0" y="0"/>
          <a:chExt cx="0" cy="0"/>
        </a:xfrm>
      </p:grpSpPr>
      <p:sp>
        <p:nvSpPr>
          <p:cNvPr id="414" name="Google Shape;414;g3f403393bf8_0_1162"/>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No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5" name="Google Shape;415;g3f403393bf8_0_1162"/>
          <p:cNvSpPr>
            <a:spLocks noGrp="1"/>
          </p:cNvSpPr>
          <p:nvPr>
            <p:ph type="pic" idx="2"/>
          </p:nvPr>
        </p:nvSpPr>
        <p:spPr>
          <a:xfrm>
            <a:off x="5183188" y="987425"/>
            <a:ext cx="6172200" cy="4873500"/>
          </a:xfrm>
          <a:prstGeom prst="rect">
            <a:avLst/>
          </a:prstGeom>
          <a:noFill/>
          <a:ln>
            <a:noFill/>
          </a:ln>
        </p:spPr>
      </p:sp>
      <p:sp>
        <p:nvSpPr>
          <p:cNvPr id="416" name="Google Shape;416;g3f403393bf8_0_1162"/>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02059"/>
              </a:buClr>
              <a:buSzPts val="1600"/>
              <a:buNone/>
              <a:defRPr sz="1600"/>
            </a:lvl1pPr>
            <a:lvl2pPr marL="914400" lvl="1" indent="-228600" algn="just">
              <a:lnSpc>
                <a:spcPct val="90000"/>
              </a:lnSpc>
              <a:spcBef>
                <a:spcPts val="500"/>
              </a:spcBef>
              <a:spcAft>
                <a:spcPts val="0"/>
              </a:spcAft>
              <a:buClr>
                <a:srgbClr val="102059"/>
              </a:buClr>
              <a:buSzPts val="1400"/>
              <a:buNone/>
              <a:defRPr sz="1400"/>
            </a:lvl2pPr>
            <a:lvl3pPr marL="1371600" lvl="2" indent="-228600" algn="just">
              <a:lnSpc>
                <a:spcPct val="90000"/>
              </a:lnSpc>
              <a:spcBef>
                <a:spcPts val="500"/>
              </a:spcBef>
              <a:spcAft>
                <a:spcPts val="0"/>
              </a:spcAft>
              <a:buClr>
                <a:srgbClr val="102059"/>
              </a:buClr>
              <a:buSzPts val="1200"/>
              <a:buNone/>
              <a:defRPr sz="1200"/>
            </a:lvl3pPr>
            <a:lvl4pPr marL="1828800" lvl="3" indent="-228600" algn="just">
              <a:lnSpc>
                <a:spcPct val="90000"/>
              </a:lnSpc>
              <a:spcBef>
                <a:spcPts val="500"/>
              </a:spcBef>
              <a:spcAft>
                <a:spcPts val="0"/>
              </a:spcAft>
              <a:buClr>
                <a:srgbClr val="102059"/>
              </a:buClr>
              <a:buSzPts val="1000"/>
              <a:buNone/>
              <a:defRPr sz="1000"/>
            </a:lvl4pPr>
            <a:lvl5pPr marL="2286000" lvl="4" indent="-228600" algn="just">
              <a:lnSpc>
                <a:spcPct val="90000"/>
              </a:lnSpc>
              <a:spcBef>
                <a:spcPts val="500"/>
              </a:spcBef>
              <a:spcAft>
                <a:spcPts val="0"/>
              </a:spcAft>
              <a:buClr>
                <a:srgbClr val="1020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17" name="Google Shape;417;g3f403393bf8_0_1162"/>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8" name="Google Shape;418;g3f403393bf8_0_1162"/>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9" name="Google Shape;419;g3f403393bf8_0_116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20"/>
        <p:cNvGrpSpPr/>
        <p:nvPr/>
      </p:nvGrpSpPr>
      <p:grpSpPr>
        <a:xfrm>
          <a:off x="0" y="0"/>
          <a:ext cx="0" cy="0"/>
          <a:chOff x="0" y="0"/>
          <a:chExt cx="0" cy="0"/>
        </a:xfrm>
      </p:grpSpPr>
      <p:sp>
        <p:nvSpPr>
          <p:cNvPr id="421" name="Google Shape;421;g3f403393bf8_0_1169"/>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2" name="Google Shape;422;g3f403393bf8_0_1169"/>
          <p:cNvSpPr txBox="1">
            <a:spLocks noGrp="1"/>
          </p:cNvSpPr>
          <p:nvPr>
            <p:ph type="body" idx="1"/>
          </p:nvPr>
        </p:nvSpPr>
        <p:spPr>
          <a:xfrm rot="5400000">
            <a:off x="3245698" y="-2179037"/>
            <a:ext cx="5691300" cy="11824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3" name="Google Shape;423;g3f403393bf8_0_1169"/>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4" name="Google Shape;424;g3f403393bf8_0_1169"/>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5" name="Google Shape;425;g3f403393bf8_0_1169"/>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26"/>
        <p:cNvGrpSpPr/>
        <p:nvPr/>
      </p:nvGrpSpPr>
      <p:grpSpPr>
        <a:xfrm>
          <a:off x="0" y="0"/>
          <a:ext cx="0" cy="0"/>
          <a:chOff x="0" y="0"/>
          <a:chExt cx="0" cy="0"/>
        </a:xfrm>
      </p:grpSpPr>
      <p:sp>
        <p:nvSpPr>
          <p:cNvPr id="427" name="Google Shape;427;g3f403393bf8_0_1175"/>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8" name="Google Shape;428;g3f403393bf8_0_1175"/>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9" name="Google Shape;429;g3f403393bf8_0_1175"/>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0" name="Google Shape;430;g3f403393bf8_0_1175"/>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1" name="Google Shape;431;g3f403393bf8_0_1175"/>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Generated (g3f403393bf8_14_0)">
  <p:cSld name="Generated (g3f403393bf8_14_0)">
    <p:spTree>
      <p:nvGrpSpPr>
        <p:cNvPr id="1" name="Shape 432"/>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Generated (g3f403393bf8_7_0)">
  <p:cSld name="Generated (g3f403393bf8_7_0)">
    <p:spTree>
      <p:nvGrpSpPr>
        <p:cNvPr id="1" name="Shape 433"/>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445"/>
        <p:cNvGrpSpPr/>
        <p:nvPr/>
      </p:nvGrpSpPr>
      <p:grpSpPr>
        <a:xfrm>
          <a:off x="0" y="0"/>
          <a:ext cx="0" cy="0"/>
          <a:chOff x="0" y="0"/>
          <a:chExt cx="0" cy="0"/>
        </a:xfrm>
      </p:grpSpPr>
      <p:sp>
        <p:nvSpPr>
          <p:cNvPr id="446" name="Google Shape;446;g3f899c8ff78_0_3130"/>
          <p:cNvSpPr>
            <a:spLocks noGrp="1"/>
          </p:cNvSpPr>
          <p:nvPr>
            <p:ph type="pic" idx="2"/>
          </p:nvPr>
        </p:nvSpPr>
        <p:spPr>
          <a:xfrm>
            <a:off x="219784" y="1030860"/>
            <a:ext cx="3831600" cy="5420100"/>
          </a:xfrm>
          <a:prstGeom prst="rect">
            <a:avLst/>
          </a:prstGeom>
          <a:noFill/>
          <a:ln>
            <a:noFill/>
          </a:ln>
        </p:spPr>
      </p:sp>
      <p:sp>
        <p:nvSpPr>
          <p:cNvPr id="447" name="Google Shape;447;g3f899c8ff78_0_313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8" name="Google Shape;448;g3f899c8ff78_0_313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9" name="Google Shape;449;g3f899c8ff78_0_313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0" name="Google Shape;450;g3f899c8ff78_0_313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51"/>
        <p:cNvGrpSpPr/>
        <p:nvPr/>
      </p:nvGrpSpPr>
      <p:grpSpPr>
        <a:xfrm>
          <a:off x="0" y="0"/>
          <a:ext cx="0" cy="0"/>
          <a:chOff x="0" y="0"/>
          <a:chExt cx="0" cy="0"/>
        </a:xfrm>
      </p:grpSpPr>
      <p:sp>
        <p:nvSpPr>
          <p:cNvPr id="452" name="Google Shape;452;g3f899c8ff78_0_3136"/>
          <p:cNvSpPr/>
          <p:nvPr/>
        </p:nvSpPr>
        <p:spPr>
          <a:xfrm>
            <a:off x="0" y="6313821"/>
            <a:ext cx="12192000" cy="544200"/>
          </a:xfrm>
          <a:prstGeom prst="rect">
            <a:avLst/>
          </a:prstGeom>
          <a:solidFill>
            <a:srgbClr val="0F20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53" name="Google Shape;453;g3f899c8ff78_0_3136"/>
          <p:cNvSpPr txBox="1">
            <a:spLocks noGrp="1"/>
          </p:cNvSpPr>
          <p:nvPr>
            <p:ph type="body" idx="1"/>
          </p:nvPr>
        </p:nvSpPr>
        <p:spPr>
          <a:xfrm>
            <a:off x="5366152" y="3921531"/>
            <a:ext cx="6717600" cy="632400"/>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000"/>
              </a:spcBef>
              <a:spcAft>
                <a:spcPts val="0"/>
              </a:spcAft>
              <a:buClr>
                <a:srgbClr val="152B77"/>
              </a:buClr>
              <a:buSzPts val="2400"/>
              <a:buFont typeface="Open Sans"/>
              <a:buNone/>
              <a:defRPr sz="2400" b="1">
                <a:solidFill>
                  <a:srgbClr val="152B77"/>
                </a:solidFill>
                <a:latin typeface="Open Sans"/>
                <a:ea typeface="Open Sans"/>
                <a:cs typeface="Open Sans"/>
                <a:sym typeface="Open Sans"/>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4" name="Google Shape;454;g3f899c8ff78_0_3136"/>
          <p:cNvSpPr/>
          <p:nvPr/>
        </p:nvSpPr>
        <p:spPr>
          <a:xfrm rot="10800000">
            <a:off x="-156022" y="70870"/>
            <a:ext cx="12421323" cy="1442733"/>
          </a:xfrm>
          <a:custGeom>
            <a:avLst/>
            <a:gdLst/>
            <a:ahLst/>
            <a:cxnLst/>
            <a:rect l="l" t="t" r="r" b="b"/>
            <a:pathLst>
              <a:path w="19874116" h="2308373" extrusionOk="0">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cap="flat" cmpd="sng">
            <a:solidFill>
              <a:schemeClr val="accent1">
                <a:alpha val="40000"/>
              </a:scheme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455" name="Google Shape;455;g3f899c8ff78_0_3136"/>
          <p:cNvSpPr/>
          <p:nvPr/>
        </p:nvSpPr>
        <p:spPr>
          <a:xfrm rot="10800000">
            <a:off x="18851" y="3"/>
            <a:ext cx="12173148" cy="1227897"/>
          </a:xfrm>
          <a:custGeom>
            <a:avLst/>
            <a:gdLst/>
            <a:ahLst/>
            <a:cxnLst/>
            <a:rect l="l" t="t" r="r" b="b"/>
            <a:pathLst>
              <a:path w="19477036" h="1964635" extrusionOk="0">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E32D91"/>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456" name="Google Shape;456;g3f899c8ff78_0_3136"/>
          <p:cNvSpPr/>
          <p:nvPr/>
        </p:nvSpPr>
        <p:spPr>
          <a:xfrm>
            <a:off x="-168483" y="1463519"/>
            <a:ext cx="100200" cy="100200"/>
          </a:xfrm>
          <a:prstGeom prst="ellipse">
            <a:avLst/>
          </a:prstGeom>
          <a:gradFill>
            <a:gsLst>
              <a:gs pos="0">
                <a:schemeClr val="accent1"/>
              </a:gs>
              <a:gs pos="100000">
                <a:schemeClr val="accent2"/>
              </a:gs>
            </a:gsLst>
            <a:lin ang="0" scaled="0"/>
          </a:gradFill>
          <a:ln w="57150" cap="flat" cmpd="sng">
            <a:solidFill>
              <a:srgbClr val="0F2059">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457" name="Google Shape;457;g3f899c8ff78_0_3136"/>
          <p:cNvSpPr/>
          <p:nvPr/>
        </p:nvSpPr>
        <p:spPr>
          <a:xfrm>
            <a:off x="-112062" y="5323329"/>
            <a:ext cx="12421323" cy="1442733"/>
          </a:xfrm>
          <a:custGeom>
            <a:avLst/>
            <a:gdLst/>
            <a:ahLst/>
            <a:cxnLst/>
            <a:rect l="l" t="t" r="r" b="b"/>
            <a:pathLst>
              <a:path w="19874116" h="2308373" extrusionOk="0">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cap="flat" cmpd="sng">
            <a:solidFill>
              <a:schemeClr val="accent1">
                <a:alpha val="40000"/>
              </a:scheme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458" name="Google Shape;458;g3f899c8ff78_0_3136"/>
          <p:cNvSpPr/>
          <p:nvPr/>
        </p:nvSpPr>
        <p:spPr>
          <a:xfrm>
            <a:off x="0" y="5630104"/>
            <a:ext cx="12173148" cy="1227897"/>
          </a:xfrm>
          <a:custGeom>
            <a:avLst/>
            <a:gdLst/>
            <a:ahLst/>
            <a:cxnLst/>
            <a:rect l="l" t="t" r="r" b="b"/>
            <a:pathLst>
              <a:path w="19477036" h="1964635" extrusionOk="0">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152B77"/>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459" name="Google Shape;459;g3f899c8ff78_0_3136"/>
          <p:cNvSpPr/>
          <p:nvPr/>
        </p:nvSpPr>
        <p:spPr>
          <a:xfrm flipH="1">
            <a:off x="12234223" y="5273243"/>
            <a:ext cx="100200" cy="100200"/>
          </a:xfrm>
          <a:prstGeom prst="ellipse">
            <a:avLst/>
          </a:prstGeom>
          <a:gradFill>
            <a:gsLst>
              <a:gs pos="0">
                <a:schemeClr val="accent1"/>
              </a:gs>
              <a:gs pos="100000">
                <a:schemeClr val="accent2"/>
              </a:gs>
            </a:gsLst>
            <a:lin ang="0" scaled="0"/>
          </a:gradFill>
          <a:ln w="57150" cap="flat" cmpd="sng">
            <a:solidFill>
              <a:srgbClr val="0F2059">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460" name="Google Shape;460;g3f899c8ff78_0_3136"/>
          <p:cNvSpPr txBox="1"/>
          <p:nvPr/>
        </p:nvSpPr>
        <p:spPr>
          <a:xfrm>
            <a:off x="1600200" y="931397"/>
            <a:ext cx="10119000" cy="1044600"/>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rgbClr val="152B77"/>
              </a:buClr>
              <a:buSzPts val="3200"/>
              <a:buFont typeface="Noto Sans"/>
              <a:buNone/>
            </a:pPr>
            <a:r>
              <a:rPr lang="en-US" sz="3200" b="1">
                <a:solidFill>
                  <a:srgbClr val="152B77"/>
                </a:solidFill>
                <a:latin typeface="Noto Sans"/>
                <a:ea typeface="Noto Sans"/>
                <a:cs typeface="Noto Sans"/>
                <a:sym typeface="Noto Sans"/>
              </a:rPr>
              <a:t>European Conference on EDGE AI</a:t>
            </a:r>
            <a:endParaRPr/>
          </a:p>
          <a:p>
            <a:pPr marL="0" marR="0" lvl="0" indent="0" algn="r" rtl="0">
              <a:lnSpc>
                <a:spcPct val="90000"/>
              </a:lnSpc>
              <a:spcBef>
                <a:spcPts val="0"/>
              </a:spcBef>
              <a:spcAft>
                <a:spcPts val="0"/>
              </a:spcAft>
              <a:buClr>
                <a:srgbClr val="152B77"/>
              </a:buClr>
              <a:buSzPts val="3200"/>
              <a:buFont typeface="Noto Sans"/>
              <a:buNone/>
            </a:pPr>
            <a:r>
              <a:rPr lang="en-US" sz="3200" b="1">
                <a:solidFill>
                  <a:srgbClr val="152B77"/>
                </a:solidFill>
                <a:latin typeface="Noto Sans"/>
                <a:ea typeface="Noto Sans"/>
                <a:cs typeface="Noto Sans"/>
                <a:sym typeface="Noto Sans"/>
              </a:rPr>
              <a:t>Technologies and Applications - EEAI</a:t>
            </a:r>
            <a:endParaRPr/>
          </a:p>
        </p:txBody>
      </p:sp>
      <p:sp>
        <p:nvSpPr>
          <p:cNvPr id="461" name="Google Shape;461;g3f899c8ff78_0_3136"/>
          <p:cNvSpPr txBox="1"/>
          <p:nvPr/>
        </p:nvSpPr>
        <p:spPr>
          <a:xfrm>
            <a:off x="2687216" y="5649913"/>
            <a:ext cx="7648200" cy="4455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lt1"/>
              </a:buClr>
              <a:buSzPts val="2800"/>
              <a:buFont typeface="Arial"/>
              <a:buNone/>
            </a:pPr>
            <a:r>
              <a:rPr lang="en-US" sz="2800">
                <a:solidFill>
                  <a:schemeClr val="lt1"/>
                </a:solidFill>
                <a:latin typeface="Century Gothic"/>
                <a:ea typeface="Century Gothic"/>
                <a:cs typeface="Century Gothic"/>
                <a:sym typeface="Century Gothic"/>
              </a:rPr>
              <a:t>Milan, </a:t>
            </a:r>
            <a:r>
              <a:rPr lang="en-US" sz="2800">
                <a:solidFill>
                  <a:schemeClr val="lt1"/>
                </a:solidFill>
                <a:latin typeface="Open Sans"/>
                <a:ea typeface="Open Sans"/>
                <a:cs typeface="Open Sans"/>
                <a:sym typeface="Open Sans"/>
              </a:rPr>
              <a:t>Ita</a:t>
            </a:r>
            <a:r>
              <a:rPr lang="en-US" sz="2600" b="1">
                <a:solidFill>
                  <a:srgbClr val="152B77"/>
                </a:solidFill>
                <a:latin typeface="Open Sans"/>
                <a:ea typeface="Open Sans"/>
                <a:cs typeface="Open Sans"/>
                <a:sym typeface="Open Sans"/>
              </a:rPr>
              <a:t>17-19 October 2023 Athens, Greece</a:t>
            </a:r>
            <a:endParaRPr sz="2600" b="1">
              <a:solidFill>
                <a:srgbClr val="152B77"/>
              </a:solidFill>
              <a:latin typeface="Open Sans"/>
              <a:ea typeface="Open Sans"/>
              <a:cs typeface="Open Sans"/>
              <a:sym typeface="Open Sans"/>
            </a:endParaRPr>
          </a:p>
        </p:txBody>
      </p:sp>
      <p:sp>
        <p:nvSpPr>
          <p:cNvPr id="462" name="Google Shape;462;g3f899c8ff78_0_3136"/>
          <p:cNvSpPr txBox="1">
            <a:spLocks noGrp="1"/>
          </p:cNvSpPr>
          <p:nvPr>
            <p:ph type="body" idx="2"/>
          </p:nvPr>
        </p:nvSpPr>
        <p:spPr>
          <a:xfrm>
            <a:off x="2926650" y="2706894"/>
            <a:ext cx="9156900" cy="632400"/>
          </a:xfrm>
          <a:prstGeom prst="rect">
            <a:avLst/>
          </a:prstGeom>
          <a:noFill/>
          <a:ln>
            <a:noFill/>
          </a:ln>
        </p:spPr>
        <p:txBody>
          <a:bodyPr spcFirstLastPara="1" wrap="square" lIns="91425" tIns="45700" rIns="91425" bIns="45700" anchor="ctr" anchorCtr="0">
            <a:normAutofit/>
          </a:bodyPr>
          <a:lstStyle>
            <a:lvl1pPr marL="457200" lvl="0" indent="-228600" algn="just">
              <a:lnSpc>
                <a:spcPct val="90000"/>
              </a:lnSpc>
              <a:spcBef>
                <a:spcPts val="1000"/>
              </a:spcBef>
              <a:spcAft>
                <a:spcPts val="0"/>
              </a:spcAft>
              <a:buClr>
                <a:srgbClr val="152B77"/>
              </a:buClr>
              <a:buSzPts val="2800"/>
              <a:buFont typeface="Open Sans"/>
              <a:buNone/>
              <a:defRPr sz="2800" b="1">
                <a:solidFill>
                  <a:srgbClr val="152B77"/>
                </a:solidFill>
                <a:latin typeface="Open Sans"/>
                <a:ea typeface="Open Sans"/>
                <a:cs typeface="Open Sans"/>
                <a:sym typeface="Open Sans"/>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3" name="Google Shape;463;g3f899c8ff78_0_313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4" name="Google Shape;464;g3f899c8ff78_0_313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5" name="Google Shape;465;g3f899c8ff78_0_313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66" name="Google Shape;466;g3f899c8ff78_0_3136"/>
          <p:cNvSpPr txBox="1"/>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1">
                <a:solidFill>
                  <a:schemeClr val="accent5"/>
                </a:solidFill>
                <a:latin typeface="Arial"/>
                <a:ea typeface="Arial"/>
                <a:cs typeface="Arial"/>
                <a:sym typeface="Arial"/>
              </a:rPr>
              <a:t>‹#›</a:t>
            </a:fld>
            <a:endParaRPr sz="800" b="1">
              <a:solidFill>
                <a:schemeClr val="accent5"/>
              </a:solidFill>
              <a:latin typeface="Arial"/>
              <a:ea typeface="Arial"/>
              <a:cs typeface="Arial"/>
              <a:sym typeface="Arial"/>
            </a:endParaRPr>
          </a:p>
        </p:txBody>
      </p:sp>
      <p:sp>
        <p:nvSpPr>
          <p:cNvPr id="467" name="Google Shape;467;g3f899c8ff78_0_3136"/>
          <p:cNvSpPr txBox="1"/>
          <p:nvPr/>
        </p:nvSpPr>
        <p:spPr>
          <a:xfrm>
            <a:off x="9613839" y="6600950"/>
            <a:ext cx="1380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lt1"/>
                </a:solidFill>
                <a:latin typeface="Calibri"/>
                <a:ea typeface="Calibri"/>
                <a:cs typeface="Calibri"/>
                <a:sym typeface="Calibri"/>
              </a:rPr>
              <a:t>Copyright © 2023</a:t>
            </a:r>
            <a:endParaRPr/>
          </a:p>
        </p:txBody>
      </p:sp>
      <p:pic>
        <p:nvPicPr>
          <p:cNvPr id="468" name="Google Shape;468;g3f899c8ff78_0_3136" descr="A purple and blue logo&#10;&#10;Description automatically generated"/>
          <p:cNvPicPr preferRelativeResize="0"/>
          <p:nvPr/>
        </p:nvPicPr>
        <p:blipFill rotWithShape="1">
          <a:blip r:embed="rId2">
            <a:alphaModFix/>
          </a:blip>
          <a:srcRect/>
          <a:stretch/>
        </p:blipFill>
        <p:spPr>
          <a:xfrm>
            <a:off x="183450" y="2411396"/>
            <a:ext cx="2482196" cy="14427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50"/>
                                  </p:stCondLst>
                                  <p:childTnLst>
                                    <p:set>
                                      <p:cBhvr>
                                        <p:cTn id="6" dur="1" fill="hold">
                                          <p:stCondLst>
                                            <p:cond delay="0"/>
                                          </p:stCondLst>
                                        </p:cTn>
                                        <p:tgtEl>
                                          <p:spTgt spid="458"/>
                                        </p:tgtEl>
                                        <p:attrNameLst>
                                          <p:attrName>style.visibility</p:attrName>
                                        </p:attrNameLst>
                                      </p:cBhvr>
                                      <p:to>
                                        <p:strVal val="visible"/>
                                      </p:to>
                                    </p:set>
                                    <p:anim calcmode="lin" valueType="num">
                                      <p:cBhvr additive="base">
                                        <p:cTn id="7" dur="750"/>
                                        <p:tgtEl>
                                          <p:spTgt spid="458"/>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250"/>
                                  </p:stCondLst>
                                  <p:childTnLst>
                                    <p:set>
                                      <p:cBhvr>
                                        <p:cTn id="9" dur="1" fill="hold">
                                          <p:stCondLst>
                                            <p:cond delay="0"/>
                                          </p:stCondLst>
                                        </p:cTn>
                                        <p:tgtEl>
                                          <p:spTgt spid="455"/>
                                        </p:tgtEl>
                                        <p:attrNameLst>
                                          <p:attrName>style.visibility</p:attrName>
                                        </p:attrNameLst>
                                      </p:cBhvr>
                                      <p:to>
                                        <p:strVal val="visible"/>
                                      </p:to>
                                    </p:set>
                                    <p:anim calcmode="lin" valueType="num">
                                      <p:cBhvr additive="base">
                                        <p:cTn id="10" dur="750"/>
                                        <p:tgtEl>
                                          <p:spTgt spid="455"/>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250"/>
                                  </p:stCondLst>
                                  <p:childTnLst>
                                    <p:set>
                                      <p:cBhvr>
                                        <p:cTn id="12" dur="1" fill="hold">
                                          <p:stCondLst>
                                            <p:cond delay="0"/>
                                          </p:stCondLst>
                                        </p:cTn>
                                        <p:tgtEl>
                                          <p:spTgt spid="457"/>
                                        </p:tgtEl>
                                        <p:attrNameLst>
                                          <p:attrName>style.visibility</p:attrName>
                                        </p:attrNameLst>
                                      </p:cBhvr>
                                      <p:to>
                                        <p:strVal val="visible"/>
                                      </p:to>
                                    </p:set>
                                    <p:anim calcmode="lin" valueType="num">
                                      <p:cBhvr additive="base">
                                        <p:cTn id="13" dur="1000"/>
                                        <p:tgtEl>
                                          <p:spTgt spid="457"/>
                                        </p:tgtEl>
                                        <p:attrNameLst>
                                          <p:attrName>ppt_y</p:attrName>
                                        </p:attrNameLst>
                                      </p:cBhvr>
                                      <p:tavLst>
                                        <p:tav tm="0">
                                          <p:val>
                                            <p:strVal val="#ppt_y+1"/>
                                          </p:val>
                                        </p:tav>
                                        <p:tav tm="100000">
                                          <p:val>
                                            <p:strVal val="#ppt_y"/>
                                          </p:val>
                                        </p:tav>
                                      </p:tavLst>
                                    </p:anim>
                                  </p:childTnLst>
                                </p:cTn>
                              </p:par>
                              <p:par>
                                <p:cTn id="14" presetID="2" presetClass="entr" presetSubtype="1" fill="hold" nodeType="withEffect">
                                  <p:stCondLst>
                                    <p:cond delay="250"/>
                                  </p:stCondLst>
                                  <p:childTnLst>
                                    <p:set>
                                      <p:cBhvr>
                                        <p:cTn id="15" dur="1" fill="hold">
                                          <p:stCondLst>
                                            <p:cond delay="0"/>
                                          </p:stCondLst>
                                        </p:cTn>
                                        <p:tgtEl>
                                          <p:spTgt spid="454"/>
                                        </p:tgtEl>
                                        <p:attrNameLst>
                                          <p:attrName>style.visibility</p:attrName>
                                        </p:attrNameLst>
                                      </p:cBhvr>
                                      <p:to>
                                        <p:strVal val="visible"/>
                                      </p:to>
                                    </p:set>
                                    <p:anim calcmode="lin" valueType="num">
                                      <p:cBhvr additive="base">
                                        <p:cTn id="16" dur="1000"/>
                                        <p:tgtEl>
                                          <p:spTgt spid="4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69"/>
        <p:cNvGrpSpPr/>
        <p:nvPr/>
      </p:nvGrpSpPr>
      <p:grpSpPr>
        <a:xfrm>
          <a:off x="0" y="0"/>
          <a:ext cx="0" cy="0"/>
          <a:chOff x="0" y="0"/>
          <a:chExt cx="0" cy="0"/>
        </a:xfrm>
      </p:grpSpPr>
      <p:sp>
        <p:nvSpPr>
          <p:cNvPr id="470" name="Google Shape;470;g3f899c8ff78_0_3154"/>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1" name="Google Shape;471;g3f899c8ff78_0_3154"/>
          <p:cNvSpPr txBox="1">
            <a:spLocks noGrp="1"/>
          </p:cNvSpPr>
          <p:nvPr>
            <p:ph type="body" idx="1"/>
          </p:nvPr>
        </p:nvSpPr>
        <p:spPr>
          <a:xfrm>
            <a:off x="179388" y="887413"/>
            <a:ext cx="11824200" cy="5691300"/>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rgbClr val="102059"/>
              </a:buClr>
              <a:buSzPts val="2800"/>
              <a:buChar char="•"/>
              <a:defRPr/>
            </a:lvl1pPr>
            <a:lvl2pPr marL="914400" lvl="1" indent="-381000" algn="just">
              <a:lnSpc>
                <a:spcPct val="90000"/>
              </a:lnSpc>
              <a:spcBef>
                <a:spcPts val="500"/>
              </a:spcBef>
              <a:spcAft>
                <a:spcPts val="0"/>
              </a:spcAft>
              <a:buClr>
                <a:srgbClr val="102059"/>
              </a:buClr>
              <a:buSzPts val="2400"/>
              <a:buChar char="•"/>
              <a:defRPr/>
            </a:lvl2pPr>
            <a:lvl3pPr marL="1371600" lvl="2" indent="-355600" algn="just">
              <a:lnSpc>
                <a:spcPct val="90000"/>
              </a:lnSpc>
              <a:spcBef>
                <a:spcPts val="500"/>
              </a:spcBef>
              <a:spcAft>
                <a:spcPts val="0"/>
              </a:spcAft>
              <a:buClr>
                <a:srgbClr val="102059"/>
              </a:buClr>
              <a:buSzPts val="20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2" name="Google Shape;472;g3f899c8ff78_0_3154"/>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3" name="Google Shape;473;g3f899c8ff78_0_3154"/>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g3f899c8ff78_0_3154"/>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800" b="1">
                <a:solidFill>
                  <a:schemeClr val="accent5"/>
                </a:solidFill>
                <a:latin typeface="Open Sans"/>
                <a:ea typeface="Open Sans"/>
                <a:cs typeface="Open Sans"/>
                <a:sym typeface="Open Sans"/>
              </a:defRPr>
            </a:lvl1pPr>
            <a:lvl2pPr marL="0" lvl="1" indent="0" algn="ctr">
              <a:spcBef>
                <a:spcPts val="0"/>
              </a:spcBef>
              <a:buNone/>
              <a:defRPr sz="800" b="1">
                <a:solidFill>
                  <a:schemeClr val="accent5"/>
                </a:solidFill>
                <a:latin typeface="Open Sans"/>
                <a:ea typeface="Open Sans"/>
                <a:cs typeface="Open Sans"/>
                <a:sym typeface="Open Sans"/>
              </a:defRPr>
            </a:lvl2pPr>
            <a:lvl3pPr marL="0" lvl="2" indent="0" algn="ctr">
              <a:spcBef>
                <a:spcPts val="0"/>
              </a:spcBef>
              <a:buNone/>
              <a:defRPr sz="800" b="1">
                <a:solidFill>
                  <a:schemeClr val="accent5"/>
                </a:solidFill>
                <a:latin typeface="Open Sans"/>
                <a:ea typeface="Open Sans"/>
                <a:cs typeface="Open Sans"/>
                <a:sym typeface="Open Sans"/>
              </a:defRPr>
            </a:lvl3pPr>
            <a:lvl4pPr marL="0" lvl="3" indent="0" algn="ctr">
              <a:spcBef>
                <a:spcPts val="0"/>
              </a:spcBef>
              <a:buNone/>
              <a:defRPr sz="800" b="1">
                <a:solidFill>
                  <a:schemeClr val="accent5"/>
                </a:solidFill>
                <a:latin typeface="Open Sans"/>
                <a:ea typeface="Open Sans"/>
                <a:cs typeface="Open Sans"/>
                <a:sym typeface="Open Sans"/>
              </a:defRPr>
            </a:lvl4pPr>
            <a:lvl5pPr marL="0" lvl="4" indent="0" algn="ctr">
              <a:spcBef>
                <a:spcPts val="0"/>
              </a:spcBef>
              <a:buNone/>
              <a:defRPr sz="800" b="1">
                <a:solidFill>
                  <a:schemeClr val="accent5"/>
                </a:solidFill>
                <a:latin typeface="Open Sans"/>
                <a:ea typeface="Open Sans"/>
                <a:cs typeface="Open Sans"/>
                <a:sym typeface="Open Sans"/>
              </a:defRPr>
            </a:lvl5pPr>
            <a:lvl6pPr marL="0" lvl="5" indent="0" algn="ctr">
              <a:spcBef>
                <a:spcPts val="0"/>
              </a:spcBef>
              <a:buNone/>
              <a:defRPr sz="800" b="1">
                <a:solidFill>
                  <a:schemeClr val="accent5"/>
                </a:solidFill>
                <a:latin typeface="Open Sans"/>
                <a:ea typeface="Open Sans"/>
                <a:cs typeface="Open Sans"/>
                <a:sym typeface="Open Sans"/>
              </a:defRPr>
            </a:lvl6pPr>
            <a:lvl7pPr marL="0" lvl="6" indent="0" algn="ctr">
              <a:spcBef>
                <a:spcPts val="0"/>
              </a:spcBef>
              <a:buNone/>
              <a:defRPr sz="800" b="1">
                <a:solidFill>
                  <a:schemeClr val="accent5"/>
                </a:solidFill>
                <a:latin typeface="Open Sans"/>
                <a:ea typeface="Open Sans"/>
                <a:cs typeface="Open Sans"/>
                <a:sym typeface="Open Sans"/>
              </a:defRPr>
            </a:lvl7pPr>
            <a:lvl8pPr marL="0" lvl="7" indent="0" algn="ctr">
              <a:spcBef>
                <a:spcPts val="0"/>
              </a:spcBef>
              <a:buNone/>
              <a:defRPr sz="800" b="1">
                <a:solidFill>
                  <a:schemeClr val="accent5"/>
                </a:solidFill>
                <a:latin typeface="Open Sans"/>
                <a:ea typeface="Open Sans"/>
                <a:cs typeface="Open Sans"/>
                <a:sym typeface="Open Sans"/>
              </a:defRPr>
            </a:lvl8pPr>
            <a:lvl9pPr marL="0" lvl="8" indent="0" algn="ctr">
              <a:spcBef>
                <a:spcPts val="0"/>
              </a:spcBef>
              <a:buNone/>
              <a:defRPr sz="800" b="1">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75"/>
        <p:cNvGrpSpPr/>
        <p:nvPr/>
      </p:nvGrpSpPr>
      <p:grpSpPr>
        <a:xfrm>
          <a:off x="0" y="0"/>
          <a:ext cx="0" cy="0"/>
          <a:chOff x="0" y="0"/>
          <a:chExt cx="0" cy="0"/>
        </a:xfrm>
      </p:grpSpPr>
      <p:sp>
        <p:nvSpPr>
          <p:cNvPr id="476" name="Google Shape;476;g3f899c8ff78_0_3160"/>
          <p:cNvSpPr>
            <a:spLocks noGrp="1"/>
          </p:cNvSpPr>
          <p:nvPr>
            <p:ph type="pic" idx="2"/>
          </p:nvPr>
        </p:nvSpPr>
        <p:spPr>
          <a:xfrm>
            <a:off x="193193" y="2866870"/>
            <a:ext cx="4163400" cy="3603900"/>
          </a:xfrm>
          <a:prstGeom prst="rect">
            <a:avLst/>
          </a:prstGeom>
          <a:noFill/>
          <a:ln>
            <a:noFill/>
          </a:ln>
        </p:spPr>
      </p:sp>
      <p:sp>
        <p:nvSpPr>
          <p:cNvPr id="477" name="Google Shape;477;g3f899c8ff78_0_316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g3f899c8ff78_0_316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9" name="Google Shape;479;g3f899c8ff78_0_316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g3f899c8ff78_0_316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81"/>
        <p:cNvGrpSpPr/>
        <p:nvPr/>
      </p:nvGrpSpPr>
      <p:grpSpPr>
        <a:xfrm>
          <a:off x="0" y="0"/>
          <a:ext cx="0" cy="0"/>
          <a:chOff x="0" y="0"/>
          <a:chExt cx="0" cy="0"/>
        </a:xfrm>
      </p:grpSpPr>
      <p:sp>
        <p:nvSpPr>
          <p:cNvPr id="482" name="Google Shape;482;g3f899c8ff78_0_3166"/>
          <p:cNvSpPr>
            <a:spLocks noGrp="1"/>
          </p:cNvSpPr>
          <p:nvPr>
            <p:ph type="pic" idx="2"/>
          </p:nvPr>
        </p:nvSpPr>
        <p:spPr>
          <a:xfrm>
            <a:off x="185061" y="1066689"/>
            <a:ext cx="3902700" cy="2364000"/>
          </a:xfrm>
          <a:prstGeom prst="rect">
            <a:avLst/>
          </a:prstGeom>
          <a:noFill/>
          <a:ln>
            <a:noFill/>
          </a:ln>
        </p:spPr>
      </p:sp>
      <p:sp>
        <p:nvSpPr>
          <p:cNvPr id="483" name="Google Shape;483;g3f899c8ff78_0_3166"/>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4" name="Google Shape;484;g3f899c8ff78_0_316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5" name="Google Shape;485;g3f899c8ff78_0_316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6" name="Google Shape;486;g3f899c8ff78_0_316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487"/>
        <p:cNvGrpSpPr/>
        <p:nvPr/>
      </p:nvGrpSpPr>
      <p:grpSpPr>
        <a:xfrm>
          <a:off x="0" y="0"/>
          <a:ext cx="0" cy="0"/>
          <a:chOff x="0" y="0"/>
          <a:chExt cx="0" cy="0"/>
        </a:xfrm>
      </p:grpSpPr>
      <p:sp>
        <p:nvSpPr>
          <p:cNvPr id="488" name="Google Shape;488;g3f899c8ff78_0_3172"/>
          <p:cNvSpPr>
            <a:spLocks noGrp="1"/>
          </p:cNvSpPr>
          <p:nvPr>
            <p:ph type="pic" idx="2"/>
          </p:nvPr>
        </p:nvSpPr>
        <p:spPr>
          <a:xfrm>
            <a:off x="681554" y="2269419"/>
            <a:ext cx="2673300" cy="4282500"/>
          </a:xfrm>
          <a:prstGeom prst="rect">
            <a:avLst/>
          </a:prstGeom>
          <a:noFill/>
          <a:ln>
            <a:noFill/>
          </a:ln>
        </p:spPr>
      </p:sp>
      <p:sp>
        <p:nvSpPr>
          <p:cNvPr id="489" name="Google Shape;489;g3f899c8ff78_0_3172"/>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0" name="Google Shape;490;g3f899c8ff78_0_3172"/>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1" name="Google Shape;491;g3f899c8ff78_0_3172"/>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2" name="Google Shape;492;g3f899c8ff78_0_317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493"/>
        <p:cNvGrpSpPr/>
        <p:nvPr/>
      </p:nvGrpSpPr>
      <p:grpSpPr>
        <a:xfrm>
          <a:off x="0" y="0"/>
          <a:ext cx="0" cy="0"/>
          <a:chOff x="0" y="0"/>
          <a:chExt cx="0" cy="0"/>
        </a:xfrm>
      </p:grpSpPr>
      <p:sp>
        <p:nvSpPr>
          <p:cNvPr id="494" name="Google Shape;494;g3f899c8ff78_0_3178"/>
          <p:cNvSpPr>
            <a:spLocks noGrp="1"/>
          </p:cNvSpPr>
          <p:nvPr>
            <p:ph type="pic" idx="2"/>
          </p:nvPr>
        </p:nvSpPr>
        <p:spPr>
          <a:xfrm>
            <a:off x="166010" y="2743200"/>
            <a:ext cx="5882400" cy="3851400"/>
          </a:xfrm>
          <a:prstGeom prst="rect">
            <a:avLst/>
          </a:prstGeom>
          <a:noFill/>
          <a:ln>
            <a:noFill/>
          </a:ln>
        </p:spPr>
      </p:sp>
      <p:sp>
        <p:nvSpPr>
          <p:cNvPr id="495" name="Google Shape;495;g3f899c8ff78_0_3178"/>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6" name="Google Shape;496;g3f899c8ff78_0_3178"/>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7" name="Google Shape;497;g3f899c8ff78_0_3178"/>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8" name="Google Shape;498;g3f899c8ff78_0_3178"/>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499"/>
        <p:cNvGrpSpPr/>
        <p:nvPr/>
      </p:nvGrpSpPr>
      <p:grpSpPr>
        <a:xfrm>
          <a:off x="0" y="0"/>
          <a:ext cx="0" cy="0"/>
          <a:chOff x="0" y="0"/>
          <a:chExt cx="0" cy="0"/>
        </a:xfrm>
      </p:grpSpPr>
      <p:sp>
        <p:nvSpPr>
          <p:cNvPr id="500" name="Google Shape;500;g3f899c8ff78_0_3184"/>
          <p:cNvSpPr>
            <a:spLocks noGrp="1"/>
          </p:cNvSpPr>
          <p:nvPr>
            <p:ph type="pic" idx="2"/>
          </p:nvPr>
        </p:nvSpPr>
        <p:spPr>
          <a:xfrm>
            <a:off x="684856" y="1772677"/>
            <a:ext cx="2990100" cy="1965900"/>
          </a:xfrm>
          <a:prstGeom prst="rect">
            <a:avLst/>
          </a:prstGeom>
          <a:noFill/>
          <a:ln>
            <a:noFill/>
          </a:ln>
        </p:spPr>
      </p:sp>
      <p:sp>
        <p:nvSpPr>
          <p:cNvPr id="501" name="Google Shape;501;g3f899c8ff78_0_3184"/>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2" name="Google Shape;502;g3f899c8ff78_0_3184"/>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3" name="Google Shape;503;g3f899c8ff78_0_3184"/>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4" name="Google Shape;504;g3f899c8ff78_0_3184"/>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505"/>
        <p:cNvGrpSpPr/>
        <p:nvPr/>
      </p:nvGrpSpPr>
      <p:grpSpPr>
        <a:xfrm>
          <a:off x="0" y="0"/>
          <a:ext cx="0" cy="0"/>
          <a:chOff x="0" y="0"/>
          <a:chExt cx="0" cy="0"/>
        </a:xfrm>
      </p:grpSpPr>
      <p:sp>
        <p:nvSpPr>
          <p:cNvPr id="506" name="Google Shape;506;g3f899c8ff78_0_3190"/>
          <p:cNvSpPr>
            <a:spLocks noGrp="1"/>
          </p:cNvSpPr>
          <p:nvPr>
            <p:ph type="pic" idx="2"/>
          </p:nvPr>
        </p:nvSpPr>
        <p:spPr>
          <a:xfrm>
            <a:off x="211249" y="908405"/>
            <a:ext cx="11769600" cy="2534700"/>
          </a:xfrm>
          <a:prstGeom prst="rect">
            <a:avLst/>
          </a:prstGeom>
          <a:noFill/>
          <a:ln>
            <a:noFill/>
          </a:ln>
        </p:spPr>
      </p:sp>
      <p:sp>
        <p:nvSpPr>
          <p:cNvPr id="507" name="Google Shape;507;g3f899c8ff78_0_319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8" name="Google Shape;508;g3f899c8ff78_0_319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9" name="Google Shape;509;g3f899c8ff78_0_319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0" name="Google Shape;510;g3f899c8ff78_0_319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511"/>
        <p:cNvGrpSpPr/>
        <p:nvPr/>
      </p:nvGrpSpPr>
      <p:grpSpPr>
        <a:xfrm>
          <a:off x="0" y="0"/>
          <a:ext cx="0" cy="0"/>
          <a:chOff x="0" y="0"/>
          <a:chExt cx="0" cy="0"/>
        </a:xfrm>
      </p:grpSpPr>
      <p:sp>
        <p:nvSpPr>
          <p:cNvPr id="512" name="Google Shape;512;g3f899c8ff78_0_3196"/>
          <p:cNvSpPr>
            <a:spLocks noGrp="1"/>
          </p:cNvSpPr>
          <p:nvPr>
            <p:ph type="pic" idx="2"/>
          </p:nvPr>
        </p:nvSpPr>
        <p:spPr>
          <a:xfrm>
            <a:off x="5159323" y="4660124"/>
            <a:ext cx="1873500" cy="1873500"/>
          </a:xfrm>
          <a:prstGeom prst="rect">
            <a:avLst/>
          </a:prstGeom>
          <a:noFill/>
          <a:ln>
            <a:noFill/>
          </a:ln>
        </p:spPr>
      </p:sp>
      <p:sp>
        <p:nvSpPr>
          <p:cNvPr id="513" name="Google Shape;513;g3f899c8ff78_0_3196"/>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4" name="Google Shape;514;g3f899c8ff78_0_3196"/>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5" name="Google Shape;515;g3f899c8ff78_0_3196"/>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6" name="Google Shape;516;g3f899c8ff78_0_319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7"/>
        <p:cNvGrpSpPr/>
        <p:nvPr/>
      </p:nvGrpSpPr>
      <p:grpSpPr>
        <a:xfrm>
          <a:off x="0" y="0"/>
          <a:ext cx="0" cy="0"/>
          <a:chOff x="0" y="0"/>
          <a:chExt cx="0" cy="0"/>
        </a:xfrm>
      </p:grpSpPr>
      <p:sp>
        <p:nvSpPr>
          <p:cNvPr id="518" name="Google Shape;518;g3f899c8ff78_0_3202"/>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6000"/>
              <a:buFont typeface="Noto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9" name="Google Shape;519;g3f899c8ff78_0_3202"/>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888888"/>
              </a:buClr>
              <a:buSzPts val="2400"/>
              <a:buNone/>
              <a:defRPr sz="2400">
                <a:solidFill>
                  <a:srgbClr val="888888"/>
                </a:solidFill>
              </a:defRPr>
            </a:lvl1pPr>
            <a:lvl2pPr marL="914400" lvl="1" indent="-228600" algn="just">
              <a:lnSpc>
                <a:spcPct val="90000"/>
              </a:lnSpc>
              <a:spcBef>
                <a:spcPts val="500"/>
              </a:spcBef>
              <a:spcAft>
                <a:spcPts val="0"/>
              </a:spcAft>
              <a:buClr>
                <a:srgbClr val="888888"/>
              </a:buClr>
              <a:buSzPts val="2000"/>
              <a:buNone/>
              <a:defRPr sz="2000">
                <a:solidFill>
                  <a:srgbClr val="888888"/>
                </a:solidFill>
              </a:defRPr>
            </a:lvl2pPr>
            <a:lvl3pPr marL="1371600" lvl="2" indent="-228600" algn="just">
              <a:lnSpc>
                <a:spcPct val="90000"/>
              </a:lnSpc>
              <a:spcBef>
                <a:spcPts val="500"/>
              </a:spcBef>
              <a:spcAft>
                <a:spcPts val="0"/>
              </a:spcAft>
              <a:buClr>
                <a:srgbClr val="888888"/>
              </a:buClr>
              <a:buSzPts val="1800"/>
              <a:buNone/>
              <a:defRPr sz="1800">
                <a:solidFill>
                  <a:srgbClr val="888888"/>
                </a:solidFill>
              </a:defRPr>
            </a:lvl3pPr>
            <a:lvl4pPr marL="1828800" lvl="3" indent="-228600" algn="just">
              <a:lnSpc>
                <a:spcPct val="90000"/>
              </a:lnSpc>
              <a:spcBef>
                <a:spcPts val="500"/>
              </a:spcBef>
              <a:spcAft>
                <a:spcPts val="0"/>
              </a:spcAft>
              <a:buClr>
                <a:srgbClr val="888888"/>
              </a:buClr>
              <a:buSzPts val="1600"/>
              <a:buNone/>
              <a:defRPr sz="1600">
                <a:solidFill>
                  <a:srgbClr val="888888"/>
                </a:solidFill>
              </a:defRPr>
            </a:lvl4pPr>
            <a:lvl5pPr marL="2286000" lvl="4" indent="-228600" algn="just">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20" name="Google Shape;520;g3f899c8ff78_0_3202"/>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1" name="Google Shape;521;g3f899c8ff78_0_3202"/>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2" name="Google Shape;522;g3f899c8ff78_0_320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23"/>
        <p:cNvGrpSpPr/>
        <p:nvPr/>
      </p:nvGrpSpPr>
      <p:grpSpPr>
        <a:xfrm>
          <a:off x="0" y="0"/>
          <a:ext cx="0" cy="0"/>
          <a:chOff x="0" y="0"/>
          <a:chExt cx="0" cy="0"/>
        </a:xfrm>
      </p:grpSpPr>
      <p:sp>
        <p:nvSpPr>
          <p:cNvPr id="524" name="Google Shape;524;g3f899c8ff78_0_3208"/>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5" name="Google Shape;525;g3f899c8ff78_0_3208"/>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6" name="Google Shape;526;g3f899c8ff78_0_3208"/>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7" name="Google Shape;527;g3f899c8ff78_0_3208"/>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8" name="Google Shape;528;g3f899c8ff78_0_3208"/>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9" name="Google Shape;529;g3f899c8ff78_0_3208"/>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0"/>
        <p:cNvGrpSpPr/>
        <p:nvPr/>
      </p:nvGrpSpPr>
      <p:grpSpPr>
        <a:xfrm>
          <a:off x="0" y="0"/>
          <a:ext cx="0" cy="0"/>
          <a:chOff x="0" y="0"/>
          <a:chExt cx="0" cy="0"/>
        </a:xfrm>
      </p:grpSpPr>
      <p:sp>
        <p:nvSpPr>
          <p:cNvPr id="531" name="Google Shape;531;g3f899c8ff78_0_3215"/>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2" name="Google Shape;532;g3f899c8ff78_0_3215"/>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102059"/>
              </a:buClr>
              <a:buSzPts val="2400"/>
              <a:buNone/>
              <a:defRPr sz="2400" b="1"/>
            </a:lvl1pPr>
            <a:lvl2pPr marL="914400" lvl="1" indent="-228600" algn="just">
              <a:lnSpc>
                <a:spcPct val="90000"/>
              </a:lnSpc>
              <a:spcBef>
                <a:spcPts val="500"/>
              </a:spcBef>
              <a:spcAft>
                <a:spcPts val="0"/>
              </a:spcAft>
              <a:buClr>
                <a:srgbClr val="102059"/>
              </a:buClr>
              <a:buSzPts val="2000"/>
              <a:buNone/>
              <a:defRPr sz="2000" b="1"/>
            </a:lvl2pPr>
            <a:lvl3pPr marL="1371600" lvl="2" indent="-228600" algn="just">
              <a:lnSpc>
                <a:spcPct val="90000"/>
              </a:lnSpc>
              <a:spcBef>
                <a:spcPts val="500"/>
              </a:spcBef>
              <a:spcAft>
                <a:spcPts val="0"/>
              </a:spcAft>
              <a:buClr>
                <a:srgbClr val="102059"/>
              </a:buClr>
              <a:buSzPts val="1800"/>
              <a:buNone/>
              <a:defRPr sz="1800" b="1"/>
            </a:lvl3pPr>
            <a:lvl4pPr marL="1828800" lvl="3" indent="-228600" algn="just">
              <a:lnSpc>
                <a:spcPct val="90000"/>
              </a:lnSpc>
              <a:spcBef>
                <a:spcPts val="500"/>
              </a:spcBef>
              <a:spcAft>
                <a:spcPts val="0"/>
              </a:spcAft>
              <a:buClr>
                <a:srgbClr val="102059"/>
              </a:buClr>
              <a:buSzPts val="1600"/>
              <a:buNone/>
              <a:defRPr sz="1600" b="1"/>
            </a:lvl4pPr>
            <a:lvl5pPr marL="2286000" lvl="4" indent="-228600" algn="just">
              <a:lnSpc>
                <a:spcPct val="90000"/>
              </a:lnSpc>
              <a:spcBef>
                <a:spcPts val="500"/>
              </a:spcBef>
              <a:spcAft>
                <a:spcPts val="0"/>
              </a:spcAft>
              <a:buClr>
                <a:srgbClr val="1020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3" name="Google Shape;533;g3f899c8ff78_0_3215"/>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4" name="Google Shape;534;g3f899c8ff78_0_3215"/>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102059"/>
              </a:buClr>
              <a:buSzPts val="2400"/>
              <a:buNone/>
              <a:defRPr sz="2400" b="1"/>
            </a:lvl1pPr>
            <a:lvl2pPr marL="914400" lvl="1" indent="-228600" algn="just">
              <a:lnSpc>
                <a:spcPct val="90000"/>
              </a:lnSpc>
              <a:spcBef>
                <a:spcPts val="500"/>
              </a:spcBef>
              <a:spcAft>
                <a:spcPts val="0"/>
              </a:spcAft>
              <a:buClr>
                <a:srgbClr val="102059"/>
              </a:buClr>
              <a:buSzPts val="2000"/>
              <a:buNone/>
              <a:defRPr sz="2000" b="1"/>
            </a:lvl2pPr>
            <a:lvl3pPr marL="1371600" lvl="2" indent="-228600" algn="just">
              <a:lnSpc>
                <a:spcPct val="90000"/>
              </a:lnSpc>
              <a:spcBef>
                <a:spcPts val="500"/>
              </a:spcBef>
              <a:spcAft>
                <a:spcPts val="0"/>
              </a:spcAft>
              <a:buClr>
                <a:srgbClr val="102059"/>
              </a:buClr>
              <a:buSzPts val="1800"/>
              <a:buNone/>
              <a:defRPr sz="1800" b="1"/>
            </a:lvl3pPr>
            <a:lvl4pPr marL="1828800" lvl="3" indent="-228600" algn="just">
              <a:lnSpc>
                <a:spcPct val="90000"/>
              </a:lnSpc>
              <a:spcBef>
                <a:spcPts val="500"/>
              </a:spcBef>
              <a:spcAft>
                <a:spcPts val="0"/>
              </a:spcAft>
              <a:buClr>
                <a:srgbClr val="102059"/>
              </a:buClr>
              <a:buSzPts val="1600"/>
              <a:buNone/>
              <a:defRPr sz="1600" b="1"/>
            </a:lvl4pPr>
            <a:lvl5pPr marL="2286000" lvl="4" indent="-228600" algn="just">
              <a:lnSpc>
                <a:spcPct val="90000"/>
              </a:lnSpc>
              <a:spcBef>
                <a:spcPts val="500"/>
              </a:spcBef>
              <a:spcAft>
                <a:spcPts val="0"/>
              </a:spcAft>
              <a:buClr>
                <a:srgbClr val="1020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5" name="Google Shape;535;g3f899c8ff78_0_3215"/>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6" name="Google Shape;536;g3f899c8ff78_0_3215"/>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7" name="Google Shape;537;g3f899c8ff78_0_3215"/>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8" name="Google Shape;538;g3f899c8ff78_0_3215"/>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9"/>
        <p:cNvGrpSpPr/>
        <p:nvPr/>
      </p:nvGrpSpPr>
      <p:grpSpPr>
        <a:xfrm>
          <a:off x="0" y="0"/>
          <a:ext cx="0" cy="0"/>
          <a:chOff x="0" y="0"/>
          <a:chExt cx="0" cy="0"/>
        </a:xfrm>
      </p:grpSpPr>
      <p:sp>
        <p:nvSpPr>
          <p:cNvPr id="540" name="Google Shape;540;g3f899c8ff78_0_3224"/>
          <p:cNvSpPr txBox="1">
            <a:spLocks noGrp="1"/>
          </p:cNvSpPr>
          <p:nvPr>
            <p:ph type="title"/>
          </p:nvPr>
        </p:nvSpPr>
        <p:spPr>
          <a:xfrm>
            <a:off x="185060" y="91074"/>
            <a:ext cx="11824200" cy="803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1" name="Google Shape;541;g3f899c8ff78_0_3224"/>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2" name="Google Shape;542;g3f899c8ff78_0_3224"/>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3" name="Google Shape;543;g3f899c8ff78_0_3224"/>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4"/>
        <p:cNvGrpSpPr/>
        <p:nvPr/>
      </p:nvGrpSpPr>
      <p:grpSpPr>
        <a:xfrm>
          <a:off x="0" y="0"/>
          <a:ext cx="0" cy="0"/>
          <a:chOff x="0" y="0"/>
          <a:chExt cx="0" cy="0"/>
        </a:xfrm>
      </p:grpSpPr>
      <p:sp>
        <p:nvSpPr>
          <p:cNvPr id="545" name="Google Shape;545;g3f899c8ff78_0_3229"/>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6" name="Google Shape;546;g3f899c8ff78_0_3229"/>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7" name="Google Shape;547;g3f899c8ff78_0_3229"/>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8"/>
        <p:cNvGrpSpPr/>
        <p:nvPr/>
      </p:nvGrpSpPr>
      <p:grpSpPr>
        <a:xfrm>
          <a:off x="0" y="0"/>
          <a:ext cx="0" cy="0"/>
          <a:chOff x="0" y="0"/>
          <a:chExt cx="0" cy="0"/>
        </a:xfrm>
      </p:grpSpPr>
      <p:sp>
        <p:nvSpPr>
          <p:cNvPr id="549" name="Google Shape;549;g3f899c8ff78_0_323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No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0" name="Google Shape;550;g3f899c8ff78_0_3233"/>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just">
              <a:lnSpc>
                <a:spcPct val="90000"/>
              </a:lnSpc>
              <a:spcBef>
                <a:spcPts val="1000"/>
              </a:spcBef>
              <a:spcAft>
                <a:spcPts val="0"/>
              </a:spcAft>
              <a:buClr>
                <a:srgbClr val="102059"/>
              </a:buClr>
              <a:buSzPts val="3200"/>
              <a:buChar char="•"/>
              <a:defRPr sz="3200"/>
            </a:lvl1pPr>
            <a:lvl2pPr marL="914400" lvl="1" indent="-406400" algn="just">
              <a:lnSpc>
                <a:spcPct val="90000"/>
              </a:lnSpc>
              <a:spcBef>
                <a:spcPts val="500"/>
              </a:spcBef>
              <a:spcAft>
                <a:spcPts val="0"/>
              </a:spcAft>
              <a:buClr>
                <a:srgbClr val="102059"/>
              </a:buClr>
              <a:buSzPts val="2800"/>
              <a:buChar char="•"/>
              <a:defRPr sz="2800"/>
            </a:lvl2pPr>
            <a:lvl3pPr marL="1371600" lvl="2" indent="-381000" algn="just">
              <a:lnSpc>
                <a:spcPct val="90000"/>
              </a:lnSpc>
              <a:spcBef>
                <a:spcPts val="500"/>
              </a:spcBef>
              <a:spcAft>
                <a:spcPts val="0"/>
              </a:spcAft>
              <a:buClr>
                <a:srgbClr val="102059"/>
              </a:buClr>
              <a:buSzPts val="2400"/>
              <a:buChar char="•"/>
              <a:defRPr sz="2400"/>
            </a:lvl3pPr>
            <a:lvl4pPr marL="1828800" lvl="3" indent="-355600" algn="just">
              <a:lnSpc>
                <a:spcPct val="90000"/>
              </a:lnSpc>
              <a:spcBef>
                <a:spcPts val="500"/>
              </a:spcBef>
              <a:spcAft>
                <a:spcPts val="0"/>
              </a:spcAft>
              <a:buClr>
                <a:srgbClr val="102059"/>
              </a:buClr>
              <a:buSzPts val="2000"/>
              <a:buChar char="•"/>
              <a:defRPr sz="2000"/>
            </a:lvl4pPr>
            <a:lvl5pPr marL="2286000" lvl="4" indent="-355600" algn="just">
              <a:lnSpc>
                <a:spcPct val="90000"/>
              </a:lnSpc>
              <a:spcBef>
                <a:spcPts val="500"/>
              </a:spcBef>
              <a:spcAft>
                <a:spcPts val="0"/>
              </a:spcAft>
              <a:buClr>
                <a:srgbClr val="102059"/>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1" name="Google Shape;551;g3f899c8ff78_0_323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02059"/>
              </a:buClr>
              <a:buSzPts val="1600"/>
              <a:buNone/>
              <a:defRPr sz="1600"/>
            </a:lvl1pPr>
            <a:lvl2pPr marL="914400" lvl="1" indent="-228600" algn="just">
              <a:lnSpc>
                <a:spcPct val="90000"/>
              </a:lnSpc>
              <a:spcBef>
                <a:spcPts val="500"/>
              </a:spcBef>
              <a:spcAft>
                <a:spcPts val="0"/>
              </a:spcAft>
              <a:buClr>
                <a:srgbClr val="102059"/>
              </a:buClr>
              <a:buSzPts val="1400"/>
              <a:buNone/>
              <a:defRPr sz="1400"/>
            </a:lvl2pPr>
            <a:lvl3pPr marL="1371600" lvl="2" indent="-228600" algn="just">
              <a:lnSpc>
                <a:spcPct val="90000"/>
              </a:lnSpc>
              <a:spcBef>
                <a:spcPts val="500"/>
              </a:spcBef>
              <a:spcAft>
                <a:spcPts val="0"/>
              </a:spcAft>
              <a:buClr>
                <a:srgbClr val="102059"/>
              </a:buClr>
              <a:buSzPts val="1200"/>
              <a:buNone/>
              <a:defRPr sz="1200"/>
            </a:lvl3pPr>
            <a:lvl4pPr marL="1828800" lvl="3" indent="-228600" algn="just">
              <a:lnSpc>
                <a:spcPct val="90000"/>
              </a:lnSpc>
              <a:spcBef>
                <a:spcPts val="500"/>
              </a:spcBef>
              <a:spcAft>
                <a:spcPts val="0"/>
              </a:spcAft>
              <a:buClr>
                <a:srgbClr val="102059"/>
              </a:buClr>
              <a:buSzPts val="1000"/>
              <a:buNone/>
              <a:defRPr sz="1000"/>
            </a:lvl4pPr>
            <a:lvl5pPr marL="2286000" lvl="4" indent="-228600" algn="just">
              <a:lnSpc>
                <a:spcPct val="90000"/>
              </a:lnSpc>
              <a:spcBef>
                <a:spcPts val="500"/>
              </a:spcBef>
              <a:spcAft>
                <a:spcPts val="0"/>
              </a:spcAft>
              <a:buClr>
                <a:srgbClr val="1020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52" name="Google Shape;552;g3f899c8ff78_0_3233"/>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3" name="Google Shape;553;g3f899c8ff78_0_3233"/>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4" name="Google Shape;554;g3f899c8ff78_0_3233"/>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5"/>
        <p:cNvGrpSpPr/>
        <p:nvPr/>
      </p:nvGrpSpPr>
      <p:grpSpPr>
        <a:xfrm>
          <a:off x="0" y="0"/>
          <a:ext cx="0" cy="0"/>
          <a:chOff x="0" y="0"/>
          <a:chExt cx="0" cy="0"/>
        </a:xfrm>
      </p:grpSpPr>
      <p:sp>
        <p:nvSpPr>
          <p:cNvPr id="556" name="Google Shape;556;g3f899c8ff78_0_32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No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7" name="Google Shape;557;g3f899c8ff78_0_3240"/>
          <p:cNvSpPr>
            <a:spLocks noGrp="1"/>
          </p:cNvSpPr>
          <p:nvPr>
            <p:ph type="pic" idx="2"/>
          </p:nvPr>
        </p:nvSpPr>
        <p:spPr>
          <a:xfrm>
            <a:off x="5183188" y="987425"/>
            <a:ext cx="6172200" cy="4873500"/>
          </a:xfrm>
          <a:prstGeom prst="rect">
            <a:avLst/>
          </a:prstGeom>
          <a:noFill/>
          <a:ln>
            <a:noFill/>
          </a:ln>
        </p:spPr>
      </p:sp>
      <p:sp>
        <p:nvSpPr>
          <p:cNvPr id="558" name="Google Shape;558;g3f899c8ff78_0_324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02059"/>
              </a:buClr>
              <a:buSzPts val="1600"/>
              <a:buNone/>
              <a:defRPr sz="1600"/>
            </a:lvl1pPr>
            <a:lvl2pPr marL="914400" lvl="1" indent="-228600" algn="just">
              <a:lnSpc>
                <a:spcPct val="90000"/>
              </a:lnSpc>
              <a:spcBef>
                <a:spcPts val="500"/>
              </a:spcBef>
              <a:spcAft>
                <a:spcPts val="0"/>
              </a:spcAft>
              <a:buClr>
                <a:srgbClr val="102059"/>
              </a:buClr>
              <a:buSzPts val="1400"/>
              <a:buNone/>
              <a:defRPr sz="1400"/>
            </a:lvl2pPr>
            <a:lvl3pPr marL="1371600" lvl="2" indent="-228600" algn="just">
              <a:lnSpc>
                <a:spcPct val="90000"/>
              </a:lnSpc>
              <a:spcBef>
                <a:spcPts val="500"/>
              </a:spcBef>
              <a:spcAft>
                <a:spcPts val="0"/>
              </a:spcAft>
              <a:buClr>
                <a:srgbClr val="102059"/>
              </a:buClr>
              <a:buSzPts val="1200"/>
              <a:buNone/>
              <a:defRPr sz="1200"/>
            </a:lvl3pPr>
            <a:lvl4pPr marL="1828800" lvl="3" indent="-228600" algn="just">
              <a:lnSpc>
                <a:spcPct val="90000"/>
              </a:lnSpc>
              <a:spcBef>
                <a:spcPts val="500"/>
              </a:spcBef>
              <a:spcAft>
                <a:spcPts val="0"/>
              </a:spcAft>
              <a:buClr>
                <a:srgbClr val="102059"/>
              </a:buClr>
              <a:buSzPts val="1000"/>
              <a:buNone/>
              <a:defRPr sz="1000"/>
            </a:lvl4pPr>
            <a:lvl5pPr marL="2286000" lvl="4" indent="-228600" algn="just">
              <a:lnSpc>
                <a:spcPct val="90000"/>
              </a:lnSpc>
              <a:spcBef>
                <a:spcPts val="500"/>
              </a:spcBef>
              <a:spcAft>
                <a:spcPts val="0"/>
              </a:spcAft>
              <a:buClr>
                <a:srgbClr val="1020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59" name="Google Shape;559;g3f899c8ff78_0_324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0" name="Google Shape;560;g3f899c8ff78_0_324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1" name="Google Shape;561;g3f899c8ff78_0_324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2"/>
        <p:cNvGrpSpPr/>
        <p:nvPr/>
      </p:nvGrpSpPr>
      <p:grpSpPr>
        <a:xfrm>
          <a:off x="0" y="0"/>
          <a:ext cx="0" cy="0"/>
          <a:chOff x="0" y="0"/>
          <a:chExt cx="0" cy="0"/>
        </a:xfrm>
      </p:grpSpPr>
      <p:sp>
        <p:nvSpPr>
          <p:cNvPr id="563" name="Google Shape;563;g3f899c8ff78_0_3247"/>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4" name="Google Shape;564;g3f899c8ff78_0_3247"/>
          <p:cNvSpPr txBox="1">
            <a:spLocks noGrp="1"/>
          </p:cNvSpPr>
          <p:nvPr>
            <p:ph type="body" idx="1"/>
          </p:nvPr>
        </p:nvSpPr>
        <p:spPr>
          <a:xfrm rot="5400000">
            <a:off x="3245698" y="-2179037"/>
            <a:ext cx="5691300" cy="118242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5" name="Google Shape;565;g3f899c8ff78_0_3247"/>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6" name="Google Shape;566;g3f899c8ff78_0_3247"/>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7" name="Google Shape;567;g3f899c8ff78_0_3247"/>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68"/>
        <p:cNvGrpSpPr/>
        <p:nvPr/>
      </p:nvGrpSpPr>
      <p:grpSpPr>
        <a:xfrm>
          <a:off x="0" y="0"/>
          <a:ext cx="0" cy="0"/>
          <a:chOff x="0" y="0"/>
          <a:chExt cx="0" cy="0"/>
        </a:xfrm>
      </p:grpSpPr>
      <p:sp>
        <p:nvSpPr>
          <p:cNvPr id="569" name="Google Shape;569;g3f899c8ff78_0_3253"/>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0" name="Google Shape;570;g3f899c8ff78_0_3253"/>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just">
              <a:lnSpc>
                <a:spcPct val="90000"/>
              </a:lnSpc>
              <a:spcBef>
                <a:spcPts val="1000"/>
              </a:spcBef>
              <a:spcAft>
                <a:spcPts val="0"/>
              </a:spcAft>
              <a:buClr>
                <a:srgbClr val="102059"/>
              </a:buClr>
              <a:buSzPts val="1800"/>
              <a:buChar char="•"/>
              <a:defRPr/>
            </a:lvl1pPr>
            <a:lvl2pPr marL="914400" lvl="1" indent="-342900" algn="just">
              <a:lnSpc>
                <a:spcPct val="90000"/>
              </a:lnSpc>
              <a:spcBef>
                <a:spcPts val="500"/>
              </a:spcBef>
              <a:spcAft>
                <a:spcPts val="0"/>
              </a:spcAft>
              <a:buClr>
                <a:srgbClr val="102059"/>
              </a:buClr>
              <a:buSzPts val="1800"/>
              <a:buChar char="•"/>
              <a:defRPr/>
            </a:lvl2pPr>
            <a:lvl3pPr marL="1371600" lvl="2" indent="-342900" algn="just">
              <a:lnSpc>
                <a:spcPct val="90000"/>
              </a:lnSpc>
              <a:spcBef>
                <a:spcPts val="500"/>
              </a:spcBef>
              <a:spcAft>
                <a:spcPts val="0"/>
              </a:spcAft>
              <a:buClr>
                <a:srgbClr val="102059"/>
              </a:buClr>
              <a:buSzPts val="18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1" name="Google Shape;571;g3f899c8ff78_0_3253"/>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2" name="Google Shape;572;g3f899c8ff78_0_3253"/>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3" name="Google Shape;573;g3f899c8ff78_0_3253"/>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Generated (g3f899c8ff78_38_0)">
  <p:cSld name="Generated (g3f899c8ff78_38_0)">
    <p:spTree>
      <p:nvGrpSpPr>
        <p:cNvPr id="1" name="Shape 574"/>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Generated (g3f899c8ff78_31_0)">
  <p:cSld name="Generated (g3f899c8ff78_31_0)">
    <p:spTree>
      <p:nvGrpSpPr>
        <p:cNvPr id="1" name="Shape 575"/>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Generated (g3f899c8ff78_7_0)">
  <p:cSld name="Generated (g3f899c8ff78_7_0)">
    <p:spTree>
      <p:nvGrpSpPr>
        <p:cNvPr id="1" name="Shape 576"/>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8"/>
        <p:cNvGrpSpPr/>
        <p:nvPr/>
      </p:nvGrpSpPr>
      <p:grpSpPr>
        <a:xfrm>
          <a:off x="0" y="0"/>
          <a:ext cx="0" cy="0"/>
          <a:chOff x="0" y="0"/>
          <a:chExt cx="0" cy="0"/>
        </a:xfrm>
      </p:grpSpPr>
      <p:sp>
        <p:nvSpPr>
          <p:cNvPr id="589" name="Google Shape;589;g3f899c8ff78_0_5071"/>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0" name="Google Shape;590;g3f899c8ff78_0_5071"/>
          <p:cNvSpPr txBox="1">
            <a:spLocks noGrp="1"/>
          </p:cNvSpPr>
          <p:nvPr>
            <p:ph type="body" idx="1"/>
          </p:nvPr>
        </p:nvSpPr>
        <p:spPr>
          <a:xfrm>
            <a:off x="179388" y="887413"/>
            <a:ext cx="11824200" cy="5691300"/>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rgbClr val="102059"/>
              </a:buClr>
              <a:buSzPts val="2800"/>
              <a:buChar char="•"/>
              <a:defRPr/>
            </a:lvl1pPr>
            <a:lvl2pPr marL="914400" lvl="1" indent="-381000" algn="just">
              <a:lnSpc>
                <a:spcPct val="90000"/>
              </a:lnSpc>
              <a:spcBef>
                <a:spcPts val="500"/>
              </a:spcBef>
              <a:spcAft>
                <a:spcPts val="0"/>
              </a:spcAft>
              <a:buClr>
                <a:srgbClr val="102059"/>
              </a:buClr>
              <a:buSzPts val="2400"/>
              <a:buChar char="•"/>
              <a:defRPr/>
            </a:lvl2pPr>
            <a:lvl3pPr marL="1371600" lvl="2" indent="-355600" algn="just">
              <a:lnSpc>
                <a:spcPct val="90000"/>
              </a:lnSpc>
              <a:spcBef>
                <a:spcPts val="500"/>
              </a:spcBef>
              <a:spcAft>
                <a:spcPts val="0"/>
              </a:spcAft>
              <a:buClr>
                <a:srgbClr val="102059"/>
              </a:buClr>
              <a:buSzPts val="2000"/>
              <a:buChar char="•"/>
              <a:defRPr/>
            </a:lvl3pPr>
            <a:lvl4pPr marL="1828800" lvl="3" indent="-342900" algn="just">
              <a:lnSpc>
                <a:spcPct val="90000"/>
              </a:lnSpc>
              <a:spcBef>
                <a:spcPts val="500"/>
              </a:spcBef>
              <a:spcAft>
                <a:spcPts val="0"/>
              </a:spcAft>
              <a:buClr>
                <a:srgbClr val="102059"/>
              </a:buClr>
              <a:buSzPts val="1800"/>
              <a:buChar char="•"/>
              <a:defRPr/>
            </a:lvl4pPr>
            <a:lvl5pPr marL="2286000" lvl="4" indent="-342900" algn="just">
              <a:lnSpc>
                <a:spcPct val="90000"/>
              </a:lnSpc>
              <a:spcBef>
                <a:spcPts val="500"/>
              </a:spcBef>
              <a:spcAft>
                <a:spcPts val="0"/>
              </a:spcAft>
              <a:buClr>
                <a:srgbClr val="102059"/>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91" name="Google Shape;591;g3f899c8ff78_0_5071"/>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2" name="Google Shape;592;g3f899c8ff78_0_5071"/>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3" name="Google Shape;593;g3f899c8ff78_0_5071"/>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800" b="1">
                <a:solidFill>
                  <a:schemeClr val="accent5"/>
                </a:solidFill>
                <a:latin typeface="Open Sans"/>
                <a:ea typeface="Open Sans"/>
                <a:cs typeface="Open Sans"/>
                <a:sym typeface="Open Sans"/>
              </a:defRPr>
            </a:lvl1pPr>
            <a:lvl2pPr marL="0" lvl="1" indent="0" algn="ctr">
              <a:spcBef>
                <a:spcPts val="0"/>
              </a:spcBef>
              <a:buNone/>
              <a:defRPr sz="800" b="1">
                <a:solidFill>
                  <a:schemeClr val="accent5"/>
                </a:solidFill>
                <a:latin typeface="Open Sans"/>
                <a:ea typeface="Open Sans"/>
                <a:cs typeface="Open Sans"/>
                <a:sym typeface="Open Sans"/>
              </a:defRPr>
            </a:lvl2pPr>
            <a:lvl3pPr marL="0" lvl="2" indent="0" algn="ctr">
              <a:spcBef>
                <a:spcPts val="0"/>
              </a:spcBef>
              <a:buNone/>
              <a:defRPr sz="800" b="1">
                <a:solidFill>
                  <a:schemeClr val="accent5"/>
                </a:solidFill>
                <a:latin typeface="Open Sans"/>
                <a:ea typeface="Open Sans"/>
                <a:cs typeface="Open Sans"/>
                <a:sym typeface="Open Sans"/>
              </a:defRPr>
            </a:lvl3pPr>
            <a:lvl4pPr marL="0" lvl="3" indent="0" algn="ctr">
              <a:spcBef>
                <a:spcPts val="0"/>
              </a:spcBef>
              <a:buNone/>
              <a:defRPr sz="800" b="1">
                <a:solidFill>
                  <a:schemeClr val="accent5"/>
                </a:solidFill>
                <a:latin typeface="Open Sans"/>
                <a:ea typeface="Open Sans"/>
                <a:cs typeface="Open Sans"/>
                <a:sym typeface="Open Sans"/>
              </a:defRPr>
            </a:lvl4pPr>
            <a:lvl5pPr marL="0" lvl="4" indent="0" algn="ctr">
              <a:spcBef>
                <a:spcPts val="0"/>
              </a:spcBef>
              <a:buNone/>
              <a:defRPr sz="800" b="1">
                <a:solidFill>
                  <a:schemeClr val="accent5"/>
                </a:solidFill>
                <a:latin typeface="Open Sans"/>
                <a:ea typeface="Open Sans"/>
                <a:cs typeface="Open Sans"/>
                <a:sym typeface="Open Sans"/>
              </a:defRPr>
            </a:lvl5pPr>
            <a:lvl6pPr marL="0" lvl="5" indent="0" algn="ctr">
              <a:spcBef>
                <a:spcPts val="0"/>
              </a:spcBef>
              <a:buNone/>
              <a:defRPr sz="800" b="1">
                <a:solidFill>
                  <a:schemeClr val="accent5"/>
                </a:solidFill>
                <a:latin typeface="Open Sans"/>
                <a:ea typeface="Open Sans"/>
                <a:cs typeface="Open Sans"/>
                <a:sym typeface="Open Sans"/>
              </a:defRPr>
            </a:lvl6pPr>
            <a:lvl7pPr marL="0" lvl="6" indent="0" algn="ctr">
              <a:spcBef>
                <a:spcPts val="0"/>
              </a:spcBef>
              <a:buNone/>
              <a:defRPr sz="800" b="1">
                <a:solidFill>
                  <a:schemeClr val="accent5"/>
                </a:solidFill>
                <a:latin typeface="Open Sans"/>
                <a:ea typeface="Open Sans"/>
                <a:cs typeface="Open Sans"/>
                <a:sym typeface="Open Sans"/>
              </a:defRPr>
            </a:lvl7pPr>
            <a:lvl8pPr marL="0" lvl="7" indent="0" algn="ctr">
              <a:spcBef>
                <a:spcPts val="0"/>
              </a:spcBef>
              <a:buNone/>
              <a:defRPr sz="800" b="1">
                <a:solidFill>
                  <a:schemeClr val="accent5"/>
                </a:solidFill>
                <a:latin typeface="Open Sans"/>
                <a:ea typeface="Open Sans"/>
                <a:cs typeface="Open Sans"/>
                <a:sym typeface="Open Sans"/>
              </a:defRPr>
            </a:lvl8pPr>
            <a:lvl9pPr marL="0" lvl="8" indent="0" algn="ctr">
              <a:spcBef>
                <a:spcPts val="0"/>
              </a:spcBef>
              <a:buNone/>
              <a:defRPr sz="800" b="1">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slideLayout" Target="../slideLayouts/slideLayout40.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theme" Target="../theme/theme2.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theme" Target="../theme/theme4.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p:nvPr/>
        </p:nvSpPr>
        <p:spPr>
          <a:xfrm>
            <a:off x="0" y="6540197"/>
            <a:ext cx="12192000" cy="31780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11" name="Google Shape;11;p4"/>
          <p:cNvSpPr/>
          <p:nvPr/>
        </p:nvSpPr>
        <p:spPr>
          <a:xfrm flipH="1">
            <a:off x="0" y="6570098"/>
            <a:ext cx="12188952"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12" name="Google Shape;12;p4"/>
          <p:cNvSpPr/>
          <p:nvPr/>
        </p:nvSpPr>
        <p:spPr>
          <a:xfrm>
            <a:off x="0" y="0"/>
            <a:ext cx="12192000" cy="88741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Calibri"/>
              <a:ea typeface="Calibri"/>
              <a:cs typeface="Calibri"/>
              <a:sym typeface="Calibri"/>
            </a:endParaRPr>
          </a:p>
        </p:txBody>
      </p:sp>
      <p:sp>
        <p:nvSpPr>
          <p:cNvPr id="13" name="Google Shape;13;p4"/>
          <p:cNvSpPr/>
          <p:nvPr/>
        </p:nvSpPr>
        <p:spPr>
          <a:xfrm flipH="1">
            <a:off x="0" y="29902"/>
            <a:ext cx="12188952" cy="4196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Arial"/>
              <a:ea typeface="Arial"/>
              <a:cs typeface="Arial"/>
              <a:sym typeface="Arial"/>
            </a:endParaRPr>
          </a:p>
        </p:txBody>
      </p:sp>
      <p:sp>
        <p:nvSpPr>
          <p:cNvPr id="14" name="Google Shape;14;p4"/>
          <p:cNvSpPr txBox="1">
            <a:spLocks noGrp="1"/>
          </p:cNvSpPr>
          <p:nvPr>
            <p:ph type="body" idx="1"/>
          </p:nvPr>
        </p:nvSpPr>
        <p:spPr>
          <a:xfrm>
            <a:off x="179388" y="887413"/>
            <a:ext cx="11824060" cy="5691187"/>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rgbClr val="102059"/>
              </a:buClr>
              <a:buSzPts val="2800"/>
              <a:buFont typeface="Arial"/>
              <a:buChar char="•"/>
              <a:defRPr sz="2800" b="0" i="0" u="none" strike="noStrike" cap="none">
                <a:solidFill>
                  <a:srgbClr val="102059"/>
                </a:solidFill>
                <a:latin typeface="Open Sans"/>
                <a:ea typeface="Open Sans"/>
                <a:cs typeface="Open Sans"/>
                <a:sym typeface="Open Sans"/>
              </a:defRPr>
            </a:lvl1pPr>
            <a:lvl2pPr marL="914400" marR="0" lvl="1" indent="-381000" algn="just" rtl="0">
              <a:lnSpc>
                <a:spcPct val="90000"/>
              </a:lnSpc>
              <a:spcBef>
                <a:spcPts val="500"/>
              </a:spcBef>
              <a:spcAft>
                <a:spcPts val="0"/>
              </a:spcAft>
              <a:buClr>
                <a:srgbClr val="102059"/>
              </a:buClr>
              <a:buSzPts val="2400"/>
              <a:buFont typeface="Arial"/>
              <a:buChar char="•"/>
              <a:defRPr sz="2400" b="0" i="0" u="none" strike="noStrike" cap="none">
                <a:solidFill>
                  <a:srgbClr val="102059"/>
                </a:solidFill>
                <a:latin typeface="Open Sans"/>
                <a:ea typeface="Open Sans"/>
                <a:cs typeface="Open Sans"/>
                <a:sym typeface="Open Sans"/>
              </a:defRPr>
            </a:lvl2pPr>
            <a:lvl3pPr marL="1371600" marR="0" lvl="2" indent="-355600" algn="just" rtl="0">
              <a:lnSpc>
                <a:spcPct val="90000"/>
              </a:lnSpc>
              <a:spcBef>
                <a:spcPts val="500"/>
              </a:spcBef>
              <a:spcAft>
                <a:spcPts val="0"/>
              </a:spcAft>
              <a:buClr>
                <a:srgbClr val="102059"/>
              </a:buClr>
              <a:buSzPts val="2000"/>
              <a:buFont typeface="Arial"/>
              <a:buChar char="•"/>
              <a:defRPr sz="2000" b="0" i="0" u="none" strike="noStrike" cap="none">
                <a:solidFill>
                  <a:srgbClr val="102059"/>
                </a:solidFill>
                <a:latin typeface="Open Sans"/>
                <a:ea typeface="Open Sans"/>
                <a:cs typeface="Open Sans"/>
                <a:sym typeface="Open Sans"/>
              </a:defRPr>
            </a:lvl3pPr>
            <a:lvl4pPr marL="1828800" marR="0" lvl="3"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4pPr>
            <a:lvl5pPr marL="2286000" marR="0" lvl="4"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 name="Google Shape;15;p4"/>
          <p:cNvSpPr txBox="1">
            <a:spLocks noGrp="1"/>
          </p:cNvSpPr>
          <p:nvPr>
            <p:ph type="title"/>
          </p:nvPr>
        </p:nvSpPr>
        <p:spPr>
          <a:xfrm>
            <a:off x="185060" y="190953"/>
            <a:ext cx="11824060" cy="60350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5"/>
              </a:buClr>
              <a:buSzPts val="3200"/>
              <a:buFont typeface="Noto Sans"/>
              <a:buNone/>
              <a:defRPr sz="3200" b="1" i="0" u="none" strike="noStrike" cap="none">
                <a:solidFill>
                  <a:schemeClr val="accent5"/>
                </a:solidFill>
                <a:latin typeface="Noto Sans"/>
                <a:ea typeface="Noto Sans"/>
                <a:cs typeface="Noto Sans"/>
                <a:sym typeface="No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4"/>
          <p:cNvSpPr txBox="1">
            <a:spLocks noGrp="1"/>
          </p:cNvSpPr>
          <p:nvPr>
            <p:ph type="dt" idx="10"/>
          </p:nvPr>
        </p:nvSpPr>
        <p:spPr>
          <a:xfrm>
            <a:off x="183450" y="6671813"/>
            <a:ext cx="2743200" cy="15114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4"/>
          <p:cNvSpPr txBox="1">
            <a:spLocks noGrp="1"/>
          </p:cNvSpPr>
          <p:nvPr>
            <p:ph type="ftr" idx="11"/>
          </p:nvPr>
        </p:nvSpPr>
        <p:spPr>
          <a:xfrm>
            <a:off x="4038600" y="6674045"/>
            <a:ext cx="4114800" cy="8175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4"/>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1" i="0" u="none" strike="noStrike" cap="none">
                <a:solidFill>
                  <a:schemeClr val="accent5"/>
                </a:solidFill>
                <a:latin typeface="Open Sans"/>
                <a:ea typeface="Open Sans"/>
                <a:cs typeface="Open Sans"/>
                <a:sym typeface="Open Sans"/>
              </a:defRPr>
            </a:lvl1pPr>
            <a:lvl2pPr marL="0" marR="0" lvl="1" indent="0" algn="ctr" rtl="0">
              <a:spcBef>
                <a:spcPts val="0"/>
              </a:spcBef>
              <a:buNone/>
              <a:defRPr sz="800" b="1" i="0" u="none" strike="noStrike" cap="none">
                <a:solidFill>
                  <a:schemeClr val="accent5"/>
                </a:solidFill>
                <a:latin typeface="Open Sans"/>
                <a:ea typeface="Open Sans"/>
                <a:cs typeface="Open Sans"/>
                <a:sym typeface="Open Sans"/>
              </a:defRPr>
            </a:lvl2pPr>
            <a:lvl3pPr marL="0" marR="0" lvl="2" indent="0" algn="ctr" rtl="0">
              <a:spcBef>
                <a:spcPts val="0"/>
              </a:spcBef>
              <a:buNone/>
              <a:defRPr sz="800" b="1" i="0" u="none" strike="noStrike" cap="none">
                <a:solidFill>
                  <a:schemeClr val="accent5"/>
                </a:solidFill>
                <a:latin typeface="Open Sans"/>
                <a:ea typeface="Open Sans"/>
                <a:cs typeface="Open Sans"/>
                <a:sym typeface="Open Sans"/>
              </a:defRPr>
            </a:lvl3pPr>
            <a:lvl4pPr marL="0" marR="0" lvl="3" indent="0" algn="ctr" rtl="0">
              <a:spcBef>
                <a:spcPts val="0"/>
              </a:spcBef>
              <a:buNone/>
              <a:defRPr sz="800" b="1" i="0" u="none" strike="noStrike" cap="none">
                <a:solidFill>
                  <a:schemeClr val="accent5"/>
                </a:solidFill>
                <a:latin typeface="Open Sans"/>
                <a:ea typeface="Open Sans"/>
                <a:cs typeface="Open Sans"/>
                <a:sym typeface="Open Sans"/>
              </a:defRPr>
            </a:lvl4pPr>
            <a:lvl5pPr marL="0" marR="0" lvl="4" indent="0" algn="ctr" rtl="0">
              <a:spcBef>
                <a:spcPts val="0"/>
              </a:spcBef>
              <a:buNone/>
              <a:defRPr sz="800" b="1" i="0" u="none" strike="noStrike" cap="none">
                <a:solidFill>
                  <a:schemeClr val="accent5"/>
                </a:solidFill>
                <a:latin typeface="Open Sans"/>
                <a:ea typeface="Open Sans"/>
                <a:cs typeface="Open Sans"/>
                <a:sym typeface="Open Sans"/>
              </a:defRPr>
            </a:lvl5pPr>
            <a:lvl6pPr marL="0" marR="0" lvl="5" indent="0" algn="ctr" rtl="0">
              <a:spcBef>
                <a:spcPts val="0"/>
              </a:spcBef>
              <a:buNone/>
              <a:defRPr sz="800" b="1" i="0" u="none" strike="noStrike" cap="none">
                <a:solidFill>
                  <a:schemeClr val="accent5"/>
                </a:solidFill>
                <a:latin typeface="Open Sans"/>
                <a:ea typeface="Open Sans"/>
                <a:cs typeface="Open Sans"/>
                <a:sym typeface="Open Sans"/>
              </a:defRPr>
            </a:lvl6pPr>
            <a:lvl7pPr marL="0" marR="0" lvl="6" indent="0" algn="ctr" rtl="0">
              <a:spcBef>
                <a:spcPts val="0"/>
              </a:spcBef>
              <a:buNone/>
              <a:defRPr sz="800" b="1" i="0" u="none" strike="noStrike" cap="none">
                <a:solidFill>
                  <a:schemeClr val="accent5"/>
                </a:solidFill>
                <a:latin typeface="Open Sans"/>
                <a:ea typeface="Open Sans"/>
                <a:cs typeface="Open Sans"/>
                <a:sym typeface="Open Sans"/>
              </a:defRPr>
            </a:lvl7pPr>
            <a:lvl8pPr marL="0" marR="0" lvl="7" indent="0" algn="ctr" rtl="0">
              <a:spcBef>
                <a:spcPts val="0"/>
              </a:spcBef>
              <a:buNone/>
              <a:defRPr sz="800" b="1" i="0" u="none" strike="noStrike" cap="none">
                <a:solidFill>
                  <a:schemeClr val="accent5"/>
                </a:solidFill>
                <a:latin typeface="Open Sans"/>
                <a:ea typeface="Open Sans"/>
                <a:cs typeface="Open Sans"/>
                <a:sym typeface="Open Sans"/>
              </a:defRPr>
            </a:lvl8pPr>
            <a:lvl9pPr marL="0" marR="0" lvl="8" indent="0" algn="ctr" rtl="0">
              <a:spcBef>
                <a:spcPts val="0"/>
              </a:spcBef>
              <a:buNone/>
              <a:defRPr sz="800" b="1" i="0" u="none" strike="noStrike" cap="none">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19" name="Google Shape;19;p4"/>
          <p:cNvSpPr txBox="1"/>
          <p:nvPr/>
        </p:nvSpPr>
        <p:spPr>
          <a:xfrm>
            <a:off x="9613839" y="6600950"/>
            <a:ext cx="155490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lt1"/>
                </a:solidFill>
                <a:latin typeface="Open Sans"/>
                <a:ea typeface="Open Sans"/>
                <a:cs typeface="Open Sans"/>
                <a:sym typeface="Open Sans"/>
              </a:rPr>
              <a:t>Copyright © 2023</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120">
          <p15:clr>
            <a:srgbClr val="F26B43"/>
          </p15:clr>
        </p15:guide>
        <p15:guide id="4" pos="113">
          <p15:clr>
            <a:srgbClr val="F26B43"/>
          </p15:clr>
        </p15:guide>
        <p15:guide id="5" pos="7567">
          <p15:clr>
            <a:srgbClr val="F26B43"/>
          </p15:clr>
        </p15:guide>
        <p15:guide id="6" orient="horz" pos="512">
          <p15:clr>
            <a:srgbClr val="F26B43"/>
          </p15:clr>
        </p15:guide>
        <p15:guide id="7" orient="horz" pos="4200">
          <p15:clr>
            <a:srgbClr val="F26B43"/>
          </p15:clr>
        </p15:guide>
        <p15:guide id="8" orient="horz" pos="559">
          <p15:clr>
            <a:srgbClr val="F26B43"/>
          </p15:clr>
        </p15:guide>
        <p15:guide id="9" orient="horz" pos="4154">
          <p15:clr>
            <a:srgbClr val="F26B43"/>
          </p15:clr>
        </p15:guide>
        <p15:guide id="10" pos="1327">
          <p15:clr>
            <a:srgbClr val="F26B43"/>
          </p15:clr>
        </p15:guide>
        <p15:guide id="11" pos="2575">
          <p15:clr>
            <a:srgbClr val="F26B43"/>
          </p15:clr>
        </p15:guide>
        <p15:guide id="12" pos="3822">
          <p15:clr>
            <a:srgbClr val="F26B43"/>
          </p15:clr>
        </p15:guide>
        <p15:guide id="13" pos="5070">
          <p15:clr>
            <a:srgbClr val="F26B43"/>
          </p15:clr>
        </p15:guide>
        <p15:guide id="14" pos="6318">
          <p15:clr>
            <a:srgbClr val="F26B43"/>
          </p15:clr>
        </p15:guide>
        <p15:guide id="15" pos="1370">
          <p15:clr>
            <a:srgbClr val="F26B43"/>
          </p15:clr>
        </p15:guide>
        <p15:guide id="16" pos="2618">
          <p15:clr>
            <a:srgbClr val="F26B43"/>
          </p15:clr>
        </p15:guide>
        <p15:guide id="17" pos="3864">
          <p15:clr>
            <a:srgbClr val="F26B43"/>
          </p15:clr>
        </p15:guide>
        <p15:guide id="18" pos="5112">
          <p15:clr>
            <a:srgbClr val="F26B43"/>
          </p15:clr>
        </p15:guide>
        <p15:guide id="19" pos="6360">
          <p15:clr>
            <a:srgbClr val="F26B43"/>
          </p15:clr>
        </p15:guide>
        <p15:guide id="20" orient="horz" pos="3538">
          <p15:clr>
            <a:srgbClr val="F26B43"/>
          </p15:clr>
        </p15:guide>
        <p15:guide id="21" orient="horz" pos="1128">
          <p15:clr>
            <a:srgbClr val="F26B43"/>
          </p15:clr>
        </p15:guide>
        <p15:guide id="22" orient="horz" pos="1160">
          <p15:clr>
            <a:srgbClr val="F26B43"/>
          </p15:clr>
        </p15:guide>
        <p15:guide id="23" orient="horz" pos="1728">
          <p15:clr>
            <a:srgbClr val="F26B43"/>
          </p15:clr>
        </p15:guide>
        <p15:guide id="24" orient="horz" pos="1768">
          <p15:clr>
            <a:srgbClr val="F26B43"/>
          </p15:clr>
        </p15:guide>
        <p15:guide id="25" orient="horz" pos="2328">
          <p15:clr>
            <a:srgbClr val="F26B43"/>
          </p15:clr>
        </p15:guide>
        <p15:guide id="26" orient="horz" pos="2368">
          <p15:clr>
            <a:srgbClr val="F26B43"/>
          </p15:clr>
        </p15:guide>
        <p15:guide id="27" orient="horz" pos="2941">
          <p15:clr>
            <a:srgbClr val="F26B43"/>
          </p15:clr>
        </p15:guide>
        <p15:guide id="28" orient="horz" pos="2981">
          <p15:clr>
            <a:srgbClr val="F26B43"/>
          </p15:clr>
        </p15:guide>
        <p15:guide id="29" orient="horz" pos="35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
        <p:cNvGrpSpPr/>
        <p:nvPr/>
      </p:nvGrpSpPr>
      <p:grpSpPr>
        <a:xfrm>
          <a:off x="0" y="0"/>
          <a:ext cx="0" cy="0"/>
          <a:chOff x="0" y="0"/>
          <a:chExt cx="0" cy="0"/>
        </a:xfrm>
      </p:grpSpPr>
      <p:sp>
        <p:nvSpPr>
          <p:cNvPr id="150" name="Google Shape;150;g3f85cc64a8e_0_1369"/>
          <p:cNvSpPr/>
          <p:nvPr/>
        </p:nvSpPr>
        <p:spPr>
          <a:xfrm>
            <a:off x="0" y="6540197"/>
            <a:ext cx="12192000" cy="31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151" name="Google Shape;151;g3f85cc64a8e_0_1369"/>
          <p:cNvSpPr/>
          <p:nvPr/>
        </p:nvSpPr>
        <p:spPr>
          <a:xfrm flipH="1">
            <a:off x="-48" y="6570098"/>
            <a:ext cx="12189000" cy="4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152" name="Google Shape;152;g3f85cc64a8e_0_1369"/>
          <p:cNvSpPr/>
          <p:nvPr/>
        </p:nvSpPr>
        <p:spPr>
          <a:xfrm>
            <a:off x="0" y="0"/>
            <a:ext cx="12192000" cy="8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Calibri"/>
              <a:ea typeface="Calibri"/>
              <a:cs typeface="Calibri"/>
              <a:sym typeface="Calibri"/>
            </a:endParaRPr>
          </a:p>
        </p:txBody>
      </p:sp>
      <p:sp>
        <p:nvSpPr>
          <p:cNvPr id="153" name="Google Shape;153;g3f85cc64a8e_0_1369"/>
          <p:cNvSpPr/>
          <p:nvPr/>
        </p:nvSpPr>
        <p:spPr>
          <a:xfrm flipH="1">
            <a:off x="-48" y="29902"/>
            <a:ext cx="12189000" cy="42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Arial"/>
              <a:ea typeface="Arial"/>
              <a:cs typeface="Arial"/>
              <a:sym typeface="Arial"/>
            </a:endParaRPr>
          </a:p>
        </p:txBody>
      </p:sp>
      <p:sp>
        <p:nvSpPr>
          <p:cNvPr id="154" name="Google Shape;154;g3f85cc64a8e_0_1369"/>
          <p:cNvSpPr txBox="1">
            <a:spLocks noGrp="1"/>
          </p:cNvSpPr>
          <p:nvPr>
            <p:ph type="body" idx="1"/>
          </p:nvPr>
        </p:nvSpPr>
        <p:spPr>
          <a:xfrm>
            <a:off x="179388" y="887413"/>
            <a:ext cx="11824200" cy="5691300"/>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rgbClr val="102059"/>
              </a:buClr>
              <a:buSzPts val="2800"/>
              <a:buFont typeface="Arial"/>
              <a:buChar char="•"/>
              <a:defRPr sz="2800" b="0" i="0" u="none" strike="noStrike" cap="none">
                <a:solidFill>
                  <a:srgbClr val="102059"/>
                </a:solidFill>
                <a:latin typeface="Open Sans"/>
                <a:ea typeface="Open Sans"/>
                <a:cs typeface="Open Sans"/>
                <a:sym typeface="Open Sans"/>
              </a:defRPr>
            </a:lvl1pPr>
            <a:lvl2pPr marL="914400" marR="0" lvl="1" indent="-381000" algn="just" rtl="0">
              <a:lnSpc>
                <a:spcPct val="90000"/>
              </a:lnSpc>
              <a:spcBef>
                <a:spcPts val="500"/>
              </a:spcBef>
              <a:spcAft>
                <a:spcPts val="0"/>
              </a:spcAft>
              <a:buClr>
                <a:srgbClr val="102059"/>
              </a:buClr>
              <a:buSzPts val="2400"/>
              <a:buFont typeface="Arial"/>
              <a:buChar char="•"/>
              <a:defRPr sz="2400" b="0" i="0" u="none" strike="noStrike" cap="none">
                <a:solidFill>
                  <a:srgbClr val="102059"/>
                </a:solidFill>
                <a:latin typeface="Open Sans"/>
                <a:ea typeface="Open Sans"/>
                <a:cs typeface="Open Sans"/>
                <a:sym typeface="Open Sans"/>
              </a:defRPr>
            </a:lvl2pPr>
            <a:lvl3pPr marL="1371600" marR="0" lvl="2" indent="-355600" algn="just" rtl="0">
              <a:lnSpc>
                <a:spcPct val="90000"/>
              </a:lnSpc>
              <a:spcBef>
                <a:spcPts val="500"/>
              </a:spcBef>
              <a:spcAft>
                <a:spcPts val="0"/>
              </a:spcAft>
              <a:buClr>
                <a:srgbClr val="102059"/>
              </a:buClr>
              <a:buSzPts val="2000"/>
              <a:buFont typeface="Arial"/>
              <a:buChar char="•"/>
              <a:defRPr sz="2000" b="0" i="0" u="none" strike="noStrike" cap="none">
                <a:solidFill>
                  <a:srgbClr val="102059"/>
                </a:solidFill>
                <a:latin typeface="Open Sans"/>
                <a:ea typeface="Open Sans"/>
                <a:cs typeface="Open Sans"/>
                <a:sym typeface="Open Sans"/>
              </a:defRPr>
            </a:lvl3pPr>
            <a:lvl4pPr marL="1828800" marR="0" lvl="3"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4pPr>
            <a:lvl5pPr marL="2286000" marR="0" lvl="4"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5" name="Google Shape;155;g3f85cc64a8e_0_1369"/>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5"/>
              </a:buClr>
              <a:buSzPts val="3200"/>
              <a:buFont typeface="Noto Sans"/>
              <a:buNone/>
              <a:defRPr sz="3200" b="1" i="0" u="none" strike="noStrike" cap="none">
                <a:solidFill>
                  <a:schemeClr val="accent5"/>
                </a:solidFill>
                <a:latin typeface="Noto Sans"/>
                <a:ea typeface="Noto Sans"/>
                <a:cs typeface="Noto Sans"/>
                <a:sym typeface="No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6" name="Google Shape;156;g3f85cc64a8e_0_1369"/>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7" name="Google Shape;157;g3f85cc64a8e_0_1369"/>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g3f85cc64a8e_0_1369"/>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1" i="0" u="none" strike="noStrike" cap="none">
                <a:solidFill>
                  <a:schemeClr val="accent5"/>
                </a:solidFill>
                <a:latin typeface="Open Sans"/>
                <a:ea typeface="Open Sans"/>
                <a:cs typeface="Open Sans"/>
                <a:sym typeface="Open Sans"/>
              </a:defRPr>
            </a:lvl1pPr>
            <a:lvl2pPr marL="0" marR="0" lvl="1" indent="0" algn="ctr" rtl="0">
              <a:spcBef>
                <a:spcPts val="0"/>
              </a:spcBef>
              <a:buNone/>
              <a:defRPr sz="800" b="1" i="0" u="none" strike="noStrike" cap="none">
                <a:solidFill>
                  <a:schemeClr val="accent5"/>
                </a:solidFill>
                <a:latin typeface="Open Sans"/>
                <a:ea typeface="Open Sans"/>
                <a:cs typeface="Open Sans"/>
                <a:sym typeface="Open Sans"/>
              </a:defRPr>
            </a:lvl2pPr>
            <a:lvl3pPr marL="0" marR="0" lvl="2" indent="0" algn="ctr" rtl="0">
              <a:spcBef>
                <a:spcPts val="0"/>
              </a:spcBef>
              <a:buNone/>
              <a:defRPr sz="800" b="1" i="0" u="none" strike="noStrike" cap="none">
                <a:solidFill>
                  <a:schemeClr val="accent5"/>
                </a:solidFill>
                <a:latin typeface="Open Sans"/>
                <a:ea typeface="Open Sans"/>
                <a:cs typeface="Open Sans"/>
                <a:sym typeface="Open Sans"/>
              </a:defRPr>
            </a:lvl3pPr>
            <a:lvl4pPr marL="0" marR="0" lvl="3" indent="0" algn="ctr" rtl="0">
              <a:spcBef>
                <a:spcPts val="0"/>
              </a:spcBef>
              <a:buNone/>
              <a:defRPr sz="800" b="1" i="0" u="none" strike="noStrike" cap="none">
                <a:solidFill>
                  <a:schemeClr val="accent5"/>
                </a:solidFill>
                <a:latin typeface="Open Sans"/>
                <a:ea typeface="Open Sans"/>
                <a:cs typeface="Open Sans"/>
                <a:sym typeface="Open Sans"/>
              </a:defRPr>
            </a:lvl4pPr>
            <a:lvl5pPr marL="0" marR="0" lvl="4" indent="0" algn="ctr" rtl="0">
              <a:spcBef>
                <a:spcPts val="0"/>
              </a:spcBef>
              <a:buNone/>
              <a:defRPr sz="800" b="1" i="0" u="none" strike="noStrike" cap="none">
                <a:solidFill>
                  <a:schemeClr val="accent5"/>
                </a:solidFill>
                <a:latin typeface="Open Sans"/>
                <a:ea typeface="Open Sans"/>
                <a:cs typeface="Open Sans"/>
                <a:sym typeface="Open Sans"/>
              </a:defRPr>
            </a:lvl5pPr>
            <a:lvl6pPr marL="0" marR="0" lvl="5" indent="0" algn="ctr" rtl="0">
              <a:spcBef>
                <a:spcPts val="0"/>
              </a:spcBef>
              <a:buNone/>
              <a:defRPr sz="800" b="1" i="0" u="none" strike="noStrike" cap="none">
                <a:solidFill>
                  <a:schemeClr val="accent5"/>
                </a:solidFill>
                <a:latin typeface="Open Sans"/>
                <a:ea typeface="Open Sans"/>
                <a:cs typeface="Open Sans"/>
                <a:sym typeface="Open Sans"/>
              </a:defRPr>
            </a:lvl6pPr>
            <a:lvl7pPr marL="0" marR="0" lvl="6" indent="0" algn="ctr" rtl="0">
              <a:spcBef>
                <a:spcPts val="0"/>
              </a:spcBef>
              <a:buNone/>
              <a:defRPr sz="800" b="1" i="0" u="none" strike="noStrike" cap="none">
                <a:solidFill>
                  <a:schemeClr val="accent5"/>
                </a:solidFill>
                <a:latin typeface="Open Sans"/>
                <a:ea typeface="Open Sans"/>
                <a:cs typeface="Open Sans"/>
                <a:sym typeface="Open Sans"/>
              </a:defRPr>
            </a:lvl7pPr>
            <a:lvl8pPr marL="0" marR="0" lvl="7" indent="0" algn="ctr" rtl="0">
              <a:spcBef>
                <a:spcPts val="0"/>
              </a:spcBef>
              <a:buNone/>
              <a:defRPr sz="800" b="1" i="0" u="none" strike="noStrike" cap="none">
                <a:solidFill>
                  <a:schemeClr val="accent5"/>
                </a:solidFill>
                <a:latin typeface="Open Sans"/>
                <a:ea typeface="Open Sans"/>
                <a:cs typeface="Open Sans"/>
                <a:sym typeface="Open Sans"/>
              </a:defRPr>
            </a:lvl8pPr>
            <a:lvl9pPr marL="0" marR="0" lvl="8" indent="0" algn="ctr" rtl="0">
              <a:spcBef>
                <a:spcPts val="0"/>
              </a:spcBef>
              <a:buNone/>
              <a:defRPr sz="800" b="1" i="0" u="none" strike="noStrike" cap="none">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159" name="Google Shape;159;g3f85cc64a8e_0_1369"/>
          <p:cNvSpPr txBox="1"/>
          <p:nvPr/>
        </p:nvSpPr>
        <p:spPr>
          <a:xfrm>
            <a:off x="9613839" y="6600950"/>
            <a:ext cx="15549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lt1"/>
                </a:solidFill>
                <a:latin typeface="Open Sans"/>
                <a:ea typeface="Open Sans"/>
                <a:cs typeface="Open Sans"/>
                <a:sym typeface="Open Sans"/>
              </a:rPr>
              <a:t>Copyright © 2023</a:t>
            </a:r>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120">
          <p15:clr>
            <a:srgbClr val="F26B43"/>
          </p15:clr>
        </p15:guide>
        <p15:guide id="4" pos="113">
          <p15:clr>
            <a:srgbClr val="F26B43"/>
          </p15:clr>
        </p15:guide>
        <p15:guide id="5" pos="7567">
          <p15:clr>
            <a:srgbClr val="F26B43"/>
          </p15:clr>
        </p15:guide>
        <p15:guide id="6" orient="horz" pos="512">
          <p15:clr>
            <a:srgbClr val="F26B43"/>
          </p15:clr>
        </p15:guide>
        <p15:guide id="7" orient="horz" pos="4200">
          <p15:clr>
            <a:srgbClr val="F26B43"/>
          </p15:clr>
        </p15:guide>
        <p15:guide id="8" orient="horz" pos="559">
          <p15:clr>
            <a:srgbClr val="F26B43"/>
          </p15:clr>
        </p15:guide>
        <p15:guide id="9" orient="horz" pos="4154">
          <p15:clr>
            <a:srgbClr val="F26B43"/>
          </p15:clr>
        </p15:guide>
        <p15:guide id="10" pos="1327">
          <p15:clr>
            <a:srgbClr val="F26B43"/>
          </p15:clr>
        </p15:guide>
        <p15:guide id="11" pos="2575">
          <p15:clr>
            <a:srgbClr val="F26B43"/>
          </p15:clr>
        </p15:guide>
        <p15:guide id="12" pos="3822">
          <p15:clr>
            <a:srgbClr val="F26B43"/>
          </p15:clr>
        </p15:guide>
        <p15:guide id="13" pos="5070">
          <p15:clr>
            <a:srgbClr val="F26B43"/>
          </p15:clr>
        </p15:guide>
        <p15:guide id="14" pos="6318">
          <p15:clr>
            <a:srgbClr val="F26B43"/>
          </p15:clr>
        </p15:guide>
        <p15:guide id="15" pos="1370">
          <p15:clr>
            <a:srgbClr val="F26B43"/>
          </p15:clr>
        </p15:guide>
        <p15:guide id="16" pos="2618">
          <p15:clr>
            <a:srgbClr val="F26B43"/>
          </p15:clr>
        </p15:guide>
        <p15:guide id="17" pos="3864">
          <p15:clr>
            <a:srgbClr val="F26B43"/>
          </p15:clr>
        </p15:guide>
        <p15:guide id="18" pos="5112">
          <p15:clr>
            <a:srgbClr val="F26B43"/>
          </p15:clr>
        </p15:guide>
        <p15:guide id="19" pos="6360">
          <p15:clr>
            <a:srgbClr val="F26B43"/>
          </p15:clr>
        </p15:guide>
        <p15:guide id="20" orient="horz" pos="3538">
          <p15:clr>
            <a:srgbClr val="F26B43"/>
          </p15:clr>
        </p15:guide>
        <p15:guide id="21" orient="horz" pos="1128">
          <p15:clr>
            <a:srgbClr val="F26B43"/>
          </p15:clr>
        </p15:guide>
        <p15:guide id="22" orient="horz" pos="1160">
          <p15:clr>
            <a:srgbClr val="F26B43"/>
          </p15:clr>
        </p15:guide>
        <p15:guide id="23" orient="horz" pos="1728">
          <p15:clr>
            <a:srgbClr val="F26B43"/>
          </p15:clr>
        </p15:guide>
        <p15:guide id="24" orient="horz" pos="1768">
          <p15:clr>
            <a:srgbClr val="F26B43"/>
          </p15:clr>
        </p15:guide>
        <p15:guide id="25" orient="horz" pos="2328">
          <p15:clr>
            <a:srgbClr val="F26B43"/>
          </p15:clr>
        </p15:guide>
        <p15:guide id="26" orient="horz" pos="2368">
          <p15:clr>
            <a:srgbClr val="F26B43"/>
          </p15:clr>
        </p15:guide>
        <p15:guide id="27" orient="horz" pos="2941">
          <p15:clr>
            <a:srgbClr val="F26B43"/>
          </p15:clr>
        </p15:guide>
        <p15:guide id="28" orient="horz" pos="2981">
          <p15:clr>
            <a:srgbClr val="F26B43"/>
          </p15:clr>
        </p15:guide>
        <p15:guide id="29" orient="horz" pos="35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g3f403393bf8_0_1041"/>
          <p:cNvSpPr/>
          <p:nvPr/>
        </p:nvSpPr>
        <p:spPr>
          <a:xfrm>
            <a:off x="0" y="6540197"/>
            <a:ext cx="12192000" cy="31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294" name="Google Shape;294;g3f403393bf8_0_1041"/>
          <p:cNvSpPr/>
          <p:nvPr/>
        </p:nvSpPr>
        <p:spPr>
          <a:xfrm flipH="1">
            <a:off x="-48" y="6570098"/>
            <a:ext cx="12189000" cy="4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295" name="Google Shape;295;g3f403393bf8_0_1041"/>
          <p:cNvSpPr/>
          <p:nvPr/>
        </p:nvSpPr>
        <p:spPr>
          <a:xfrm>
            <a:off x="0" y="0"/>
            <a:ext cx="12192000" cy="8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Calibri"/>
              <a:ea typeface="Calibri"/>
              <a:cs typeface="Calibri"/>
              <a:sym typeface="Calibri"/>
            </a:endParaRPr>
          </a:p>
        </p:txBody>
      </p:sp>
      <p:sp>
        <p:nvSpPr>
          <p:cNvPr id="296" name="Google Shape;296;g3f403393bf8_0_1041"/>
          <p:cNvSpPr/>
          <p:nvPr/>
        </p:nvSpPr>
        <p:spPr>
          <a:xfrm flipH="1">
            <a:off x="-48" y="29902"/>
            <a:ext cx="12189000" cy="42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Arial"/>
              <a:ea typeface="Arial"/>
              <a:cs typeface="Arial"/>
              <a:sym typeface="Arial"/>
            </a:endParaRPr>
          </a:p>
        </p:txBody>
      </p:sp>
      <p:sp>
        <p:nvSpPr>
          <p:cNvPr id="297" name="Google Shape;297;g3f403393bf8_0_1041"/>
          <p:cNvSpPr txBox="1">
            <a:spLocks noGrp="1"/>
          </p:cNvSpPr>
          <p:nvPr>
            <p:ph type="body" idx="1"/>
          </p:nvPr>
        </p:nvSpPr>
        <p:spPr>
          <a:xfrm>
            <a:off x="179388" y="887413"/>
            <a:ext cx="11824200" cy="5691300"/>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rgbClr val="102059"/>
              </a:buClr>
              <a:buSzPts val="2800"/>
              <a:buFont typeface="Arial"/>
              <a:buChar char="•"/>
              <a:defRPr sz="2800" b="0" i="0" u="none" strike="noStrike" cap="none">
                <a:solidFill>
                  <a:srgbClr val="102059"/>
                </a:solidFill>
                <a:latin typeface="Open Sans"/>
                <a:ea typeface="Open Sans"/>
                <a:cs typeface="Open Sans"/>
                <a:sym typeface="Open Sans"/>
              </a:defRPr>
            </a:lvl1pPr>
            <a:lvl2pPr marL="914400" marR="0" lvl="1" indent="-381000" algn="just" rtl="0">
              <a:lnSpc>
                <a:spcPct val="90000"/>
              </a:lnSpc>
              <a:spcBef>
                <a:spcPts val="500"/>
              </a:spcBef>
              <a:spcAft>
                <a:spcPts val="0"/>
              </a:spcAft>
              <a:buClr>
                <a:srgbClr val="102059"/>
              </a:buClr>
              <a:buSzPts val="2400"/>
              <a:buFont typeface="Arial"/>
              <a:buChar char="•"/>
              <a:defRPr sz="2400" b="0" i="0" u="none" strike="noStrike" cap="none">
                <a:solidFill>
                  <a:srgbClr val="102059"/>
                </a:solidFill>
                <a:latin typeface="Open Sans"/>
                <a:ea typeface="Open Sans"/>
                <a:cs typeface="Open Sans"/>
                <a:sym typeface="Open Sans"/>
              </a:defRPr>
            </a:lvl2pPr>
            <a:lvl3pPr marL="1371600" marR="0" lvl="2" indent="-355600" algn="just" rtl="0">
              <a:lnSpc>
                <a:spcPct val="90000"/>
              </a:lnSpc>
              <a:spcBef>
                <a:spcPts val="500"/>
              </a:spcBef>
              <a:spcAft>
                <a:spcPts val="0"/>
              </a:spcAft>
              <a:buClr>
                <a:srgbClr val="102059"/>
              </a:buClr>
              <a:buSzPts val="2000"/>
              <a:buFont typeface="Arial"/>
              <a:buChar char="•"/>
              <a:defRPr sz="2000" b="0" i="0" u="none" strike="noStrike" cap="none">
                <a:solidFill>
                  <a:srgbClr val="102059"/>
                </a:solidFill>
                <a:latin typeface="Open Sans"/>
                <a:ea typeface="Open Sans"/>
                <a:cs typeface="Open Sans"/>
                <a:sym typeface="Open Sans"/>
              </a:defRPr>
            </a:lvl3pPr>
            <a:lvl4pPr marL="1828800" marR="0" lvl="3"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4pPr>
            <a:lvl5pPr marL="2286000" marR="0" lvl="4"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8" name="Google Shape;298;g3f403393bf8_0_1041"/>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5"/>
              </a:buClr>
              <a:buSzPts val="3200"/>
              <a:buFont typeface="Noto Sans"/>
              <a:buNone/>
              <a:defRPr sz="3200" b="1" i="0" u="none" strike="noStrike" cap="none">
                <a:solidFill>
                  <a:schemeClr val="accent5"/>
                </a:solidFill>
                <a:latin typeface="Noto Sans"/>
                <a:ea typeface="Noto Sans"/>
                <a:cs typeface="Noto Sans"/>
                <a:sym typeface="No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9" name="Google Shape;299;g3f403393bf8_0_1041"/>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0" name="Google Shape;300;g3f403393bf8_0_1041"/>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1" name="Google Shape;301;g3f403393bf8_0_1041"/>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1" i="0" u="none" strike="noStrike" cap="none">
                <a:solidFill>
                  <a:schemeClr val="accent5"/>
                </a:solidFill>
                <a:latin typeface="Open Sans"/>
                <a:ea typeface="Open Sans"/>
                <a:cs typeface="Open Sans"/>
                <a:sym typeface="Open Sans"/>
              </a:defRPr>
            </a:lvl1pPr>
            <a:lvl2pPr marL="0" marR="0" lvl="1" indent="0" algn="ctr" rtl="0">
              <a:spcBef>
                <a:spcPts val="0"/>
              </a:spcBef>
              <a:buNone/>
              <a:defRPr sz="800" b="1" i="0" u="none" strike="noStrike" cap="none">
                <a:solidFill>
                  <a:schemeClr val="accent5"/>
                </a:solidFill>
                <a:latin typeface="Open Sans"/>
                <a:ea typeface="Open Sans"/>
                <a:cs typeface="Open Sans"/>
                <a:sym typeface="Open Sans"/>
              </a:defRPr>
            </a:lvl2pPr>
            <a:lvl3pPr marL="0" marR="0" lvl="2" indent="0" algn="ctr" rtl="0">
              <a:spcBef>
                <a:spcPts val="0"/>
              </a:spcBef>
              <a:buNone/>
              <a:defRPr sz="800" b="1" i="0" u="none" strike="noStrike" cap="none">
                <a:solidFill>
                  <a:schemeClr val="accent5"/>
                </a:solidFill>
                <a:latin typeface="Open Sans"/>
                <a:ea typeface="Open Sans"/>
                <a:cs typeface="Open Sans"/>
                <a:sym typeface="Open Sans"/>
              </a:defRPr>
            </a:lvl3pPr>
            <a:lvl4pPr marL="0" marR="0" lvl="3" indent="0" algn="ctr" rtl="0">
              <a:spcBef>
                <a:spcPts val="0"/>
              </a:spcBef>
              <a:buNone/>
              <a:defRPr sz="800" b="1" i="0" u="none" strike="noStrike" cap="none">
                <a:solidFill>
                  <a:schemeClr val="accent5"/>
                </a:solidFill>
                <a:latin typeface="Open Sans"/>
                <a:ea typeface="Open Sans"/>
                <a:cs typeface="Open Sans"/>
                <a:sym typeface="Open Sans"/>
              </a:defRPr>
            </a:lvl4pPr>
            <a:lvl5pPr marL="0" marR="0" lvl="4" indent="0" algn="ctr" rtl="0">
              <a:spcBef>
                <a:spcPts val="0"/>
              </a:spcBef>
              <a:buNone/>
              <a:defRPr sz="800" b="1" i="0" u="none" strike="noStrike" cap="none">
                <a:solidFill>
                  <a:schemeClr val="accent5"/>
                </a:solidFill>
                <a:latin typeface="Open Sans"/>
                <a:ea typeface="Open Sans"/>
                <a:cs typeface="Open Sans"/>
                <a:sym typeface="Open Sans"/>
              </a:defRPr>
            </a:lvl5pPr>
            <a:lvl6pPr marL="0" marR="0" lvl="5" indent="0" algn="ctr" rtl="0">
              <a:spcBef>
                <a:spcPts val="0"/>
              </a:spcBef>
              <a:buNone/>
              <a:defRPr sz="800" b="1" i="0" u="none" strike="noStrike" cap="none">
                <a:solidFill>
                  <a:schemeClr val="accent5"/>
                </a:solidFill>
                <a:latin typeface="Open Sans"/>
                <a:ea typeface="Open Sans"/>
                <a:cs typeface="Open Sans"/>
                <a:sym typeface="Open Sans"/>
              </a:defRPr>
            </a:lvl6pPr>
            <a:lvl7pPr marL="0" marR="0" lvl="6" indent="0" algn="ctr" rtl="0">
              <a:spcBef>
                <a:spcPts val="0"/>
              </a:spcBef>
              <a:buNone/>
              <a:defRPr sz="800" b="1" i="0" u="none" strike="noStrike" cap="none">
                <a:solidFill>
                  <a:schemeClr val="accent5"/>
                </a:solidFill>
                <a:latin typeface="Open Sans"/>
                <a:ea typeface="Open Sans"/>
                <a:cs typeface="Open Sans"/>
                <a:sym typeface="Open Sans"/>
              </a:defRPr>
            </a:lvl7pPr>
            <a:lvl8pPr marL="0" marR="0" lvl="7" indent="0" algn="ctr" rtl="0">
              <a:spcBef>
                <a:spcPts val="0"/>
              </a:spcBef>
              <a:buNone/>
              <a:defRPr sz="800" b="1" i="0" u="none" strike="noStrike" cap="none">
                <a:solidFill>
                  <a:schemeClr val="accent5"/>
                </a:solidFill>
                <a:latin typeface="Open Sans"/>
                <a:ea typeface="Open Sans"/>
                <a:cs typeface="Open Sans"/>
                <a:sym typeface="Open Sans"/>
              </a:defRPr>
            </a:lvl8pPr>
            <a:lvl9pPr marL="0" marR="0" lvl="8" indent="0" algn="ctr" rtl="0">
              <a:spcBef>
                <a:spcPts val="0"/>
              </a:spcBef>
              <a:buNone/>
              <a:defRPr sz="800" b="1" i="0" u="none" strike="noStrike" cap="none">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302" name="Google Shape;302;g3f403393bf8_0_1041"/>
          <p:cNvSpPr txBox="1"/>
          <p:nvPr/>
        </p:nvSpPr>
        <p:spPr>
          <a:xfrm>
            <a:off x="9613839" y="6600950"/>
            <a:ext cx="15549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lt1"/>
                </a:solidFill>
                <a:latin typeface="Open Sans"/>
                <a:ea typeface="Open Sans"/>
                <a:cs typeface="Open Sans"/>
                <a:sym typeface="Open Sans"/>
              </a:rPr>
              <a:t>Copyright © 2023</a:t>
            </a:r>
            <a:endParaRPr/>
          </a:p>
        </p:txBody>
      </p:sp>
    </p:spTree>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120">
          <p15:clr>
            <a:srgbClr val="F26B43"/>
          </p15:clr>
        </p15:guide>
        <p15:guide id="4" pos="113">
          <p15:clr>
            <a:srgbClr val="F26B43"/>
          </p15:clr>
        </p15:guide>
        <p15:guide id="5" pos="7567">
          <p15:clr>
            <a:srgbClr val="F26B43"/>
          </p15:clr>
        </p15:guide>
        <p15:guide id="6" orient="horz" pos="512">
          <p15:clr>
            <a:srgbClr val="F26B43"/>
          </p15:clr>
        </p15:guide>
        <p15:guide id="7" orient="horz" pos="4200">
          <p15:clr>
            <a:srgbClr val="F26B43"/>
          </p15:clr>
        </p15:guide>
        <p15:guide id="8" orient="horz" pos="559">
          <p15:clr>
            <a:srgbClr val="F26B43"/>
          </p15:clr>
        </p15:guide>
        <p15:guide id="9" orient="horz" pos="4154">
          <p15:clr>
            <a:srgbClr val="F26B43"/>
          </p15:clr>
        </p15:guide>
        <p15:guide id="10" pos="1327">
          <p15:clr>
            <a:srgbClr val="F26B43"/>
          </p15:clr>
        </p15:guide>
        <p15:guide id="11" pos="2575">
          <p15:clr>
            <a:srgbClr val="F26B43"/>
          </p15:clr>
        </p15:guide>
        <p15:guide id="12" pos="3822">
          <p15:clr>
            <a:srgbClr val="F26B43"/>
          </p15:clr>
        </p15:guide>
        <p15:guide id="13" pos="5070">
          <p15:clr>
            <a:srgbClr val="F26B43"/>
          </p15:clr>
        </p15:guide>
        <p15:guide id="14" pos="6318">
          <p15:clr>
            <a:srgbClr val="F26B43"/>
          </p15:clr>
        </p15:guide>
        <p15:guide id="15" pos="1370">
          <p15:clr>
            <a:srgbClr val="F26B43"/>
          </p15:clr>
        </p15:guide>
        <p15:guide id="16" pos="2618">
          <p15:clr>
            <a:srgbClr val="F26B43"/>
          </p15:clr>
        </p15:guide>
        <p15:guide id="17" pos="3864">
          <p15:clr>
            <a:srgbClr val="F26B43"/>
          </p15:clr>
        </p15:guide>
        <p15:guide id="18" pos="5112">
          <p15:clr>
            <a:srgbClr val="F26B43"/>
          </p15:clr>
        </p15:guide>
        <p15:guide id="19" pos="6360">
          <p15:clr>
            <a:srgbClr val="F26B43"/>
          </p15:clr>
        </p15:guide>
        <p15:guide id="20" orient="horz" pos="3538">
          <p15:clr>
            <a:srgbClr val="F26B43"/>
          </p15:clr>
        </p15:guide>
        <p15:guide id="21" orient="horz" pos="1128">
          <p15:clr>
            <a:srgbClr val="F26B43"/>
          </p15:clr>
        </p15:guide>
        <p15:guide id="22" orient="horz" pos="1160">
          <p15:clr>
            <a:srgbClr val="F26B43"/>
          </p15:clr>
        </p15:guide>
        <p15:guide id="23" orient="horz" pos="1728">
          <p15:clr>
            <a:srgbClr val="F26B43"/>
          </p15:clr>
        </p15:guide>
        <p15:guide id="24" orient="horz" pos="1768">
          <p15:clr>
            <a:srgbClr val="F26B43"/>
          </p15:clr>
        </p15:guide>
        <p15:guide id="25" orient="horz" pos="2328">
          <p15:clr>
            <a:srgbClr val="F26B43"/>
          </p15:clr>
        </p15:guide>
        <p15:guide id="26" orient="horz" pos="2368">
          <p15:clr>
            <a:srgbClr val="F26B43"/>
          </p15:clr>
        </p15:guide>
        <p15:guide id="27" orient="horz" pos="2941">
          <p15:clr>
            <a:srgbClr val="F26B43"/>
          </p15:clr>
        </p15:guide>
        <p15:guide id="28" orient="horz" pos="2981">
          <p15:clr>
            <a:srgbClr val="F26B43"/>
          </p15:clr>
        </p15:guide>
        <p15:guide id="29" orient="horz" pos="35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4"/>
        <p:cNvGrpSpPr/>
        <p:nvPr/>
      </p:nvGrpSpPr>
      <p:grpSpPr>
        <a:xfrm>
          <a:off x="0" y="0"/>
          <a:ext cx="0" cy="0"/>
          <a:chOff x="0" y="0"/>
          <a:chExt cx="0" cy="0"/>
        </a:xfrm>
      </p:grpSpPr>
      <p:sp>
        <p:nvSpPr>
          <p:cNvPr id="435" name="Google Shape;435;g3f899c8ff78_0_3119"/>
          <p:cNvSpPr/>
          <p:nvPr/>
        </p:nvSpPr>
        <p:spPr>
          <a:xfrm>
            <a:off x="0" y="6540197"/>
            <a:ext cx="12192000" cy="31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436" name="Google Shape;436;g3f899c8ff78_0_3119"/>
          <p:cNvSpPr/>
          <p:nvPr/>
        </p:nvSpPr>
        <p:spPr>
          <a:xfrm flipH="1">
            <a:off x="-48" y="6570098"/>
            <a:ext cx="12189000" cy="4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437" name="Google Shape;437;g3f899c8ff78_0_3119"/>
          <p:cNvSpPr/>
          <p:nvPr/>
        </p:nvSpPr>
        <p:spPr>
          <a:xfrm>
            <a:off x="0" y="0"/>
            <a:ext cx="12192000" cy="8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Calibri"/>
              <a:ea typeface="Calibri"/>
              <a:cs typeface="Calibri"/>
              <a:sym typeface="Calibri"/>
            </a:endParaRPr>
          </a:p>
        </p:txBody>
      </p:sp>
      <p:sp>
        <p:nvSpPr>
          <p:cNvPr id="438" name="Google Shape;438;g3f899c8ff78_0_3119"/>
          <p:cNvSpPr/>
          <p:nvPr/>
        </p:nvSpPr>
        <p:spPr>
          <a:xfrm flipH="1">
            <a:off x="-48" y="29902"/>
            <a:ext cx="12189000" cy="42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Arial"/>
              <a:ea typeface="Arial"/>
              <a:cs typeface="Arial"/>
              <a:sym typeface="Arial"/>
            </a:endParaRPr>
          </a:p>
        </p:txBody>
      </p:sp>
      <p:sp>
        <p:nvSpPr>
          <p:cNvPr id="439" name="Google Shape;439;g3f899c8ff78_0_3119"/>
          <p:cNvSpPr txBox="1">
            <a:spLocks noGrp="1"/>
          </p:cNvSpPr>
          <p:nvPr>
            <p:ph type="body" idx="1"/>
          </p:nvPr>
        </p:nvSpPr>
        <p:spPr>
          <a:xfrm>
            <a:off x="179388" y="887413"/>
            <a:ext cx="11824200" cy="5691300"/>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rgbClr val="102059"/>
              </a:buClr>
              <a:buSzPts val="2800"/>
              <a:buFont typeface="Arial"/>
              <a:buChar char="•"/>
              <a:defRPr sz="2800" b="0" i="0" u="none" strike="noStrike" cap="none">
                <a:solidFill>
                  <a:srgbClr val="102059"/>
                </a:solidFill>
                <a:latin typeface="Open Sans"/>
                <a:ea typeface="Open Sans"/>
                <a:cs typeface="Open Sans"/>
                <a:sym typeface="Open Sans"/>
              </a:defRPr>
            </a:lvl1pPr>
            <a:lvl2pPr marL="914400" marR="0" lvl="1" indent="-381000" algn="just" rtl="0">
              <a:lnSpc>
                <a:spcPct val="90000"/>
              </a:lnSpc>
              <a:spcBef>
                <a:spcPts val="500"/>
              </a:spcBef>
              <a:spcAft>
                <a:spcPts val="0"/>
              </a:spcAft>
              <a:buClr>
                <a:srgbClr val="102059"/>
              </a:buClr>
              <a:buSzPts val="2400"/>
              <a:buFont typeface="Arial"/>
              <a:buChar char="•"/>
              <a:defRPr sz="2400" b="0" i="0" u="none" strike="noStrike" cap="none">
                <a:solidFill>
                  <a:srgbClr val="102059"/>
                </a:solidFill>
                <a:latin typeface="Open Sans"/>
                <a:ea typeface="Open Sans"/>
                <a:cs typeface="Open Sans"/>
                <a:sym typeface="Open Sans"/>
              </a:defRPr>
            </a:lvl2pPr>
            <a:lvl3pPr marL="1371600" marR="0" lvl="2" indent="-355600" algn="just" rtl="0">
              <a:lnSpc>
                <a:spcPct val="90000"/>
              </a:lnSpc>
              <a:spcBef>
                <a:spcPts val="500"/>
              </a:spcBef>
              <a:spcAft>
                <a:spcPts val="0"/>
              </a:spcAft>
              <a:buClr>
                <a:srgbClr val="102059"/>
              </a:buClr>
              <a:buSzPts val="2000"/>
              <a:buFont typeface="Arial"/>
              <a:buChar char="•"/>
              <a:defRPr sz="2000" b="0" i="0" u="none" strike="noStrike" cap="none">
                <a:solidFill>
                  <a:srgbClr val="102059"/>
                </a:solidFill>
                <a:latin typeface="Open Sans"/>
                <a:ea typeface="Open Sans"/>
                <a:cs typeface="Open Sans"/>
                <a:sym typeface="Open Sans"/>
              </a:defRPr>
            </a:lvl3pPr>
            <a:lvl4pPr marL="1828800" marR="0" lvl="3"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4pPr>
            <a:lvl5pPr marL="2286000" marR="0" lvl="4"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0" name="Google Shape;440;g3f899c8ff78_0_3119"/>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5"/>
              </a:buClr>
              <a:buSzPts val="3200"/>
              <a:buFont typeface="Noto Sans"/>
              <a:buNone/>
              <a:defRPr sz="3200" b="1" i="0" u="none" strike="noStrike" cap="none">
                <a:solidFill>
                  <a:schemeClr val="accent5"/>
                </a:solidFill>
                <a:latin typeface="Noto Sans"/>
                <a:ea typeface="Noto Sans"/>
                <a:cs typeface="Noto Sans"/>
                <a:sym typeface="No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1" name="Google Shape;441;g3f899c8ff78_0_3119"/>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2" name="Google Shape;442;g3f899c8ff78_0_3119"/>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3" name="Google Shape;443;g3f899c8ff78_0_3119"/>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1" i="0" u="none" strike="noStrike" cap="none">
                <a:solidFill>
                  <a:schemeClr val="accent5"/>
                </a:solidFill>
                <a:latin typeface="Open Sans"/>
                <a:ea typeface="Open Sans"/>
                <a:cs typeface="Open Sans"/>
                <a:sym typeface="Open Sans"/>
              </a:defRPr>
            </a:lvl1pPr>
            <a:lvl2pPr marL="0" marR="0" lvl="1" indent="0" algn="ctr" rtl="0">
              <a:spcBef>
                <a:spcPts val="0"/>
              </a:spcBef>
              <a:buNone/>
              <a:defRPr sz="800" b="1" i="0" u="none" strike="noStrike" cap="none">
                <a:solidFill>
                  <a:schemeClr val="accent5"/>
                </a:solidFill>
                <a:latin typeface="Open Sans"/>
                <a:ea typeface="Open Sans"/>
                <a:cs typeface="Open Sans"/>
                <a:sym typeface="Open Sans"/>
              </a:defRPr>
            </a:lvl2pPr>
            <a:lvl3pPr marL="0" marR="0" lvl="2" indent="0" algn="ctr" rtl="0">
              <a:spcBef>
                <a:spcPts val="0"/>
              </a:spcBef>
              <a:buNone/>
              <a:defRPr sz="800" b="1" i="0" u="none" strike="noStrike" cap="none">
                <a:solidFill>
                  <a:schemeClr val="accent5"/>
                </a:solidFill>
                <a:latin typeface="Open Sans"/>
                <a:ea typeface="Open Sans"/>
                <a:cs typeface="Open Sans"/>
                <a:sym typeface="Open Sans"/>
              </a:defRPr>
            </a:lvl3pPr>
            <a:lvl4pPr marL="0" marR="0" lvl="3" indent="0" algn="ctr" rtl="0">
              <a:spcBef>
                <a:spcPts val="0"/>
              </a:spcBef>
              <a:buNone/>
              <a:defRPr sz="800" b="1" i="0" u="none" strike="noStrike" cap="none">
                <a:solidFill>
                  <a:schemeClr val="accent5"/>
                </a:solidFill>
                <a:latin typeface="Open Sans"/>
                <a:ea typeface="Open Sans"/>
                <a:cs typeface="Open Sans"/>
                <a:sym typeface="Open Sans"/>
              </a:defRPr>
            </a:lvl4pPr>
            <a:lvl5pPr marL="0" marR="0" lvl="4" indent="0" algn="ctr" rtl="0">
              <a:spcBef>
                <a:spcPts val="0"/>
              </a:spcBef>
              <a:buNone/>
              <a:defRPr sz="800" b="1" i="0" u="none" strike="noStrike" cap="none">
                <a:solidFill>
                  <a:schemeClr val="accent5"/>
                </a:solidFill>
                <a:latin typeface="Open Sans"/>
                <a:ea typeface="Open Sans"/>
                <a:cs typeface="Open Sans"/>
                <a:sym typeface="Open Sans"/>
              </a:defRPr>
            </a:lvl5pPr>
            <a:lvl6pPr marL="0" marR="0" lvl="5" indent="0" algn="ctr" rtl="0">
              <a:spcBef>
                <a:spcPts val="0"/>
              </a:spcBef>
              <a:buNone/>
              <a:defRPr sz="800" b="1" i="0" u="none" strike="noStrike" cap="none">
                <a:solidFill>
                  <a:schemeClr val="accent5"/>
                </a:solidFill>
                <a:latin typeface="Open Sans"/>
                <a:ea typeface="Open Sans"/>
                <a:cs typeface="Open Sans"/>
                <a:sym typeface="Open Sans"/>
              </a:defRPr>
            </a:lvl6pPr>
            <a:lvl7pPr marL="0" marR="0" lvl="6" indent="0" algn="ctr" rtl="0">
              <a:spcBef>
                <a:spcPts val="0"/>
              </a:spcBef>
              <a:buNone/>
              <a:defRPr sz="800" b="1" i="0" u="none" strike="noStrike" cap="none">
                <a:solidFill>
                  <a:schemeClr val="accent5"/>
                </a:solidFill>
                <a:latin typeface="Open Sans"/>
                <a:ea typeface="Open Sans"/>
                <a:cs typeface="Open Sans"/>
                <a:sym typeface="Open Sans"/>
              </a:defRPr>
            </a:lvl7pPr>
            <a:lvl8pPr marL="0" marR="0" lvl="7" indent="0" algn="ctr" rtl="0">
              <a:spcBef>
                <a:spcPts val="0"/>
              </a:spcBef>
              <a:buNone/>
              <a:defRPr sz="800" b="1" i="0" u="none" strike="noStrike" cap="none">
                <a:solidFill>
                  <a:schemeClr val="accent5"/>
                </a:solidFill>
                <a:latin typeface="Open Sans"/>
                <a:ea typeface="Open Sans"/>
                <a:cs typeface="Open Sans"/>
                <a:sym typeface="Open Sans"/>
              </a:defRPr>
            </a:lvl8pPr>
            <a:lvl9pPr marL="0" marR="0" lvl="8" indent="0" algn="ctr" rtl="0">
              <a:spcBef>
                <a:spcPts val="0"/>
              </a:spcBef>
              <a:buNone/>
              <a:defRPr sz="800" b="1" i="0" u="none" strike="noStrike" cap="none">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444" name="Google Shape;444;g3f899c8ff78_0_3119"/>
          <p:cNvSpPr txBox="1"/>
          <p:nvPr/>
        </p:nvSpPr>
        <p:spPr>
          <a:xfrm>
            <a:off x="9613839" y="6600950"/>
            <a:ext cx="15549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chemeClr val="lt1"/>
                </a:solidFill>
                <a:latin typeface="Open Sans"/>
                <a:ea typeface="Open Sans"/>
                <a:cs typeface="Open Sans"/>
                <a:sym typeface="Open Sans"/>
              </a:rPr>
              <a:t>Copyright © 2023</a:t>
            </a:r>
            <a:endParaRPr/>
          </a:p>
        </p:txBody>
      </p:sp>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120">
          <p15:clr>
            <a:srgbClr val="F26B43"/>
          </p15:clr>
        </p15:guide>
        <p15:guide id="4" pos="113">
          <p15:clr>
            <a:srgbClr val="F26B43"/>
          </p15:clr>
        </p15:guide>
        <p15:guide id="5" pos="7567">
          <p15:clr>
            <a:srgbClr val="F26B43"/>
          </p15:clr>
        </p15:guide>
        <p15:guide id="6" orient="horz" pos="512">
          <p15:clr>
            <a:srgbClr val="F26B43"/>
          </p15:clr>
        </p15:guide>
        <p15:guide id="7" orient="horz" pos="4200">
          <p15:clr>
            <a:srgbClr val="F26B43"/>
          </p15:clr>
        </p15:guide>
        <p15:guide id="8" orient="horz" pos="559">
          <p15:clr>
            <a:srgbClr val="F26B43"/>
          </p15:clr>
        </p15:guide>
        <p15:guide id="9" orient="horz" pos="4154">
          <p15:clr>
            <a:srgbClr val="F26B43"/>
          </p15:clr>
        </p15:guide>
        <p15:guide id="10" pos="1327">
          <p15:clr>
            <a:srgbClr val="F26B43"/>
          </p15:clr>
        </p15:guide>
        <p15:guide id="11" pos="2575">
          <p15:clr>
            <a:srgbClr val="F26B43"/>
          </p15:clr>
        </p15:guide>
        <p15:guide id="12" pos="3822">
          <p15:clr>
            <a:srgbClr val="F26B43"/>
          </p15:clr>
        </p15:guide>
        <p15:guide id="13" pos="5070">
          <p15:clr>
            <a:srgbClr val="F26B43"/>
          </p15:clr>
        </p15:guide>
        <p15:guide id="14" pos="6318">
          <p15:clr>
            <a:srgbClr val="F26B43"/>
          </p15:clr>
        </p15:guide>
        <p15:guide id="15" pos="1370">
          <p15:clr>
            <a:srgbClr val="F26B43"/>
          </p15:clr>
        </p15:guide>
        <p15:guide id="16" pos="2618">
          <p15:clr>
            <a:srgbClr val="F26B43"/>
          </p15:clr>
        </p15:guide>
        <p15:guide id="17" pos="3864">
          <p15:clr>
            <a:srgbClr val="F26B43"/>
          </p15:clr>
        </p15:guide>
        <p15:guide id="18" pos="5112">
          <p15:clr>
            <a:srgbClr val="F26B43"/>
          </p15:clr>
        </p15:guide>
        <p15:guide id="19" pos="6360">
          <p15:clr>
            <a:srgbClr val="F26B43"/>
          </p15:clr>
        </p15:guide>
        <p15:guide id="20" orient="horz" pos="3538">
          <p15:clr>
            <a:srgbClr val="F26B43"/>
          </p15:clr>
        </p15:guide>
        <p15:guide id="21" orient="horz" pos="1128">
          <p15:clr>
            <a:srgbClr val="F26B43"/>
          </p15:clr>
        </p15:guide>
        <p15:guide id="22" orient="horz" pos="1160">
          <p15:clr>
            <a:srgbClr val="F26B43"/>
          </p15:clr>
        </p15:guide>
        <p15:guide id="23" orient="horz" pos="1728">
          <p15:clr>
            <a:srgbClr val="F26B43"/>
          </p15:clr>
        </p15:guide>
        <p15:guide id="24" orient="horz" pos="1768">
          <p15:clr>
            <a:srgbClr val="F26B43"/>
          </p15:clr>
        </p15:guide>
        <p15:guide id="25" orient="horz" pos="2328">
          <p15:clr>
            <a:srgbClr val="F26B43"/>
          </p15:clr>
        </p15:guide>
        <p15:guide id="26" orient="horz" pos="2368">
          <p15:clr>
            <a:srgbClr val="F26B43"/>
          </p15:clr>
        </p15:guide>
        <p15:guide id="27" orient="horz" pos="2941">
          <p15:clr>
            <a:srgbClr val="F26B43"/>
          </p15:clr>
        </p15:guide>
        <p15:guide id="28" orient="horz" pos="2981">
          <p15:clr>
            <a:srgbClr val="F26B43"/>
          </p15:clr>
        </p15:guide>
        <p15:guide id="29" orient="horz" pos="35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77"/>
        <p:cNvGrpSpPr/>
        <p:nvPr/>
      </p:nvGrpSpPr>
      <p:grpSpPr>
        <a:xfrm>
          <a:off x="0" y="0"/>
          <a:ext cx="0" cy="0"/>
          <a:chOff x="0" y="0"/>
          <a:chExt cx="0" cy="0"/>
        </a:xfrm>
      </p:grpSpPr>
      <p:sp>
        <p:nvSpPr>
          <p:cNvPr id="578" name="Google Shape;578;g3f899c8ff78_0_5060"/>
          <p:cNvSpPr/>
          <p:nvPr/>
        </p:nvSpPr>
        <p:spPr>
          <a:xfrm>
            <a:off x="0" y="6540197"/>
            <a:ext cx="12192000" cy="31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579" name="Google Shape;579;g3f899c8ff78_0_5060"/>
          <p:cNvSpPr/>
          <p:nvPr/>
        </p:nvSpPr>
        <p:spPr>
          <a:xfrm flipH="1">
            <a:off x="-48" y="6570098"/>
            <a:ext cx="12189000" cy="4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Open Sans"/>
              <a:ea typeface="Open Sans"/>
              <a:cs typeface="Open Sans"/>
              <a:sym typeface="Open Sans"/>
            </a:endParaRPr>
          </a:p>
        </p:txBody>
      </p:sp>
      <p:sp>
        <p:nvSpPr>
          <p:cNvPr id="580" name="Google Shape;580;g3f899c8ff78_0_5060"/>
          <p:cNvSpPr/>
          <p:nvPr/>
        </p:nvSpPr>
        <p:spPr>
          <a:xfrm>
            <a:off x="0" y="0"/>
            <a:ext cx="12192000" cy="8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Calibri"/>
              <a:ea typeface="Calibri"/>
              <a:cs typeface="Calibri"/>
              <a:sym typeface="Calibri"/>
            </a:endParaRPr>
          </a:p>
        </p:txBody>
      </p:sp>
      <p:sp>
        <p:nvSpPr>
          <p:cNvPr id="581" name="Google Shape;581;g3f899c8ff78_0_5060"/>
          <p:cNvSpPr/>
          <p:nvPr/>
        </p:nvSpPr>
        <p:spPr>
          <a:xfrm flipH="1">
            <a:off x="-48" y="29902"/>
            <a:ext cx="12189000" cy="42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accent5"/>
              </a:solidFill>
              <a:latin typeface="Arial"/>
              <a:ea typeface="Arial"/>
              <a:cs typeface="Arial"/>
              <a:sym typeface="Arial"/>
            </a:endParaRPr>
          </a:p>
        </p:txBody>
      </p:sp>
      <p:sp>
        <p:nvSpPr>
          <p:cNvPr id="582" name="Google Shape;582;g3f899c8ff78_0_5060"/>
          <p:cNvSpPr txBox="1">
            <a:spLocks noGrp="1"/>
          </p:cNvSpPr>
          <p:nvPr>
            <p:ph type="body" idx="1"/>
          </p:nvPr>
        </p:nvSpPr>
        <p:spPr>
          <a:xfrm>
            <a:off x="179388" y="887413"/>
            <a:ext cx="11824200" cy="5691300"/>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rgbClr val="102059"/>
              </a:buClr>
              <a:buSzPts val="2800"/>
              <a:buFont typeface="Arial"/>
              <a:buChar char="•"/>
              <a:defRPr sz="2800" b="0" i="0" u="none" strike="noStrike" cap="none">
                <a:solidFill>
                  <a:srgbClr val="102059"/>
                </a:solidFill>
                <a:latin typeface="Open Sans"/>
                <a:ea typeface="Open Sans"/>
                <a:cs typeface="Open Sans"/>
                <a:sym typeface="Open Sans"/>
              </a:defRPr>
            </a:lvl1pPr>
            <a:lvl2pPr marL="914400" marR="0" lvl="1" indent="-381000" algn="just" rtl="0">
              <a:lnSpc>
                <a:spcPct val="90000"/>
              </a:lnSpc>
              <a:spcBef>
                <a:spcPts val="500"/>
              </a:spcBef>
              <a:spcAft>
                <a:spcPts val="0"/>
              </a:spcAft>
              <a:buClr>
                <a:srgbClr val="102059"/>
              </a:buClr>
              <a:buSzPts val="2400"/>
              <a:buFont typeface="Arial"/>
              <a:buChar char="•"/>
              <a:defRPr sz="2400" b="0" i="0" u="none" strike="noStrike" cap="none">
                <a:solidFill>
                  <a:srgbClr val="102059"/>
                </a:solidFill>
                <a:latin typeface="Open Sans"/>
                <a:ea typeface="Open Sans"/>
                <a:cs typeface="Open Sans"/>
                <a:sym typeface="Open Sans"/>
              </a:defRPr>
            </a:lvl2pPr>
            <a:lvl3pPr marL="1371600" marR="0" lvl="2" indent="-355600" algn="just" rtl="0">
              <a:lnSpc>
                <a:spcPct val="90000"/>
              </a:lnSpc>
              <a:spcBef>
                <a:spcPts val="500"/>
              </a:spcBef>
              <a:spcAft>
                <a:spcPts val="0"/>
              </a:spcAft>
              <a:buClr>
                <a:srgbClr val="102059"/>
              </a:buClr>
              <a:buSzPts val="2000"/>
              <a:buFont typeface="Arial"/>
              <a:buChar char="•"/>
              <a:defRPr sz="2000" b="0" i="0" u="none" strike="noStrike" cap="none">
                <a:solidFill>
                  <a:srgbClr val="102059"/>
                </a:solidFill>
                <a:latin typeface="Open Sans"/>
                <a:ea typeface="Open Sans"/>
                <a:cs typeface="Open Sans"/>
                <a:sym typeface="Open Sans"/>
              </a:defRPr>
            </a:lvl3pPr>
            <a:lvl4pPr marL="1828800" marR="0" lvl="3"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4pPr>
            <a:lvl5pPr marL="2286000" marR="0" lvl="4" indent="-342900" algn="just" rtl="0">
              <a:lnSpc>
                <a:spcPct val="90000"/>
              </a:lnSpc>
              <a:spcBef>
                <a:spcPts val="500"/>
              </a:spcBef>
              <a:spcAft>
                <a:spcPts val="0"/>
              </a:spcAft>
              <a:buClr>
                <a:srgbClr val="102059"/>
              </a:buClr>
              <a:buSzPts val="1800"/>
              <a:buFont typeface="Arial"/>
              <a:buChar char="•"/>
              <a:defRPr sz="1800" b="0" i="0" u="none" strike="noStrike" cap="none">
                <a:solidFill>
                  <a:srgbClr val="102059"/>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583" name="Google Shape;583;g3f899c8ff78_0_5060"/>
          <p:cNvSpPr txBox="1">
            <a:spLocks noGrp="1"/>
          </p:cNvSpPr>
          <p:nvPr>
            <p:ph type="title"/>
          </p:nvPr>
        </p:nvSpPr>
        <p:spPr>
          <a:xfrm>
            <a:off x="185060" y="190953"/>
            <a:ext cx="11824200" cy="603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5"/>
              </a:buClr>
              <a:buSzPts val="3200"/>
              <a:buFont typeface="Noto Sans"/>
              <a:buNone/>
              <a:defRPr sz="3200" b="1" i="0" u="none" strike="noStrike" cap="none">
                <a:solidFill>
                  <a:schemeClr val="accent5"/>
                </a:solidFill>
                <a:latin typeface="Noto Sans"/>
                <a:ea typeface="Noto Sans"/>
                <a:cs typeface="Noto Sans"/>
                <a:sym typeface="No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84" name="Google Shape;584;g3f899c8ff78_0_5060"/>
          <p:cNvSpPr txBox="1">
            <a:spLocks noGrp="1"/>
          </p:cNvSpPr>
          <p:nvPr>
            <p:ph type="dt" idx="10"/>
          </p:nvPr>
        </p:nvSpPr>
        <p:spPr>
          <a:xfrm>
            <a:off x="183450" y="6671813"/>
            <a:ext cx="2743200" cy="151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585" name="Google Shape;585;g3f899c8ff78_0_5060"/>
          <p:cNvSpPr txBox="1">
            <a:spLocks noGrp="1"/>
          </p:cNvSpPr>
          <p:nvPr>
            <p:ph type="ftr" idx="11"/>
          </p:nvPr>
        </p:nvSpPr>
        <p:spPr>
          <a:xfrm>
            <a:off x="4038600" y="6674045"/>
            <a:ext cx="4114800" cy="81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a:solidFill>
                  <a:schemeClr val="accent5"/>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586" name="Google Shape;586;g3f899c8ff78_0_5060"/>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1" u="none">
                <a:solidFill>
                  <a:schemeClr val="accent5"/>
                </a:solidFill>
                <a:latin typeface="Open Sans"/>
                <a:ea typeface="Open Sans"/>
                <a:cs typeface="Open Sans"/>
                <a:sym typeface="Open Sans"/>
              </a:defRPr>
            </a:lvl1pPr>
            <a:lvl2pPr marL="0" marR="0" lvl="1" indent="0" algn="ctr" rtl="0">
              <a:spcBef>
                <a:spcPts val="0"/>
              </a:spcBef>
              <a:buNone/>
              <a:defRPr sz="800" b="1" u="none">
                <a:solidFill>
                  <a:schemeClr val="accent5"/>
                </a:solidFill>
                <a:latin typeface="Open Sans"/>
                <a:ea typeface="Open Sans"/>
                <a:cs typeface="Open Sans"/>
                <a:sym typeface="Open Sans"/>
              </a:defRPr>
            </a:lvl2pPr>
            <a:lvl3pPr marL="0" marR="0" lvl="2" indent="0" algn="ctr" rtl="0">
              <a:spcBef>
                <a:spcPts val="0"/>
              </a:spcBef>
              <a:buNone/>
              <a:defRPr sz="800" b="1" u="none">
                <a:solidFill>
                  <a:schemeClr val="accent5"/>
                </a:solidFill>
                <a:latin typeface="Open Sans"/>
                <a:ea typeface="Open Sans"/>
                <a:cs typeface="Open Sans"/>
                <a:sym typeface="Open Sans"/>
              </a:defRPr>
            </a:lvl3pPr>
            <a:lvl4pPr marL="0" marR="0" lvl="3" indent="0" algn="ctr" rtl="0">
              <a:spcBef>
                <a:spcPts val="0"/>
              </a:spcBef>
              <a:buNone/>
              <a:defRPr sz="800" b="1" u="none">
                <a:solidFill>
                  <a:schemeClr val="accent5"/>
                </a:solidFill>
                <a:latin typeface="Open Sans"/>
                <a:ea typeface="Open Sans"/>
                <a:cs typeface="Open Sans"/>
                <a:sym typeface="Open Sans"/>
              </a:defRPr>
            </a:lvl4pPr>
            <a:lvl5pPr marL="0" marR="0" lvl="4" indent="0" algn="ctr" rtl="0">
              <a:spcBef>
                <a:spcPts val="0"/>
              </a:spcBef>
              <a:buNone/>
              <a:defRPr sz="800" b="1" u="none">
                <a:solidFill>
                  <a:schemeClr val="accent5"/>
                </a:solidFill>
                <a:latin typeface="Open Sans"/>
                <a:ea typeface="Open Sans"/>
                <a:cs typeface="Open Sans"/>
                <a:sym typeface="Open Sans"/>
              </a:defRPr>
            </a:lvl5pPr>
            <a:lvl6pPr marL="0" marR="0" lvl="5" indent="0" algn="ctr" rtl="0">
              <a:spcBef>
                <a:spcPts val="0"/>
              </a:spcBef>
              <a:buNone/>
              <a:defRPr sz="800" b="1" u="none">
                <a:solidFill>
                  <a:schemeClr val="accent5"/>
                </a:solidFill>
                <a:latin typeface="Open Sans"/>
                <a:ea typeface="Open Sans"/>
                <a:cs typeface="Open Sans"/>
                <a:sym typeface="Open Sans"/>
              </a:defRPr>
            </a:lvl6pPr>
            <a:lvl7pPr marL="0" marR="0" lvl="6" indent="0" algn="ctr" rtl="0">
              <a:spcBef>
                <a:spcPts val="0"/>
              </a:spcBef>
              <a:buNone/>
              <a:defRPr sz="800" b="1" u="none">
                <a:solidFill>
                  <a:schemeClr val="accent5"/>
                </a:solidFill>
                <a:latin typeface="Open Sans"/>
                <a:ea typeface="Open Sans"/>
                <a:cs typeface="Open Sans"/>
                <a:sym typeface="Open Sans"/>
              </a:defRPr>
            </a:lvl7pPr>
            <a:lvl8pPr marL="0" marR="0" lvl="7" indent="0" algn="ctr" rtl="0">
              <a:spcBef>
                <a:spcPts val="0"/>
              </a:spcBef>
              <a:buNone/>
              <a:defRPr sz="800" b="1" u="none">
                <a:solidFill>
                  <a:schemeClr val="accent5"/>
                </a:solidFill>
                <a:latin typeface="Open Sans"/>
                <a:ea typeface="Open Sans"/>
                <a:cs typeface="Open Sans"/>
                <a:sym typeface="Open Sans"/>
              </a:defRPr>
            </a:lvl8pPr>
            <a:lvl9pPr marL="0" marR="0" lvl="8" indent="0" algn="ctr" rtl="0">
              <a:spcBef>
                <a:spcPts val="0"/>
              </a:spcBef>
              <a:buNone/>
              <a:defRPr sz="800" b="1" u="none">
                <a:solidFill>
                  <a:schemeClr val="accent5"/>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
        <p:nvSpPr>
          <p:cNvPr id="587" name="Google Shape;587;g3f899c8ff78_0_5060"/>
          <p:cNvSpPr txBox="1"/>
          <p:nvPr/>
        </p:nvSpPr>
        <p:spPr>
          <a:xfrm>
            <a:off x="9613839" y="6600950"/>
            <a:ext cx="15549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Open Sans"/>
                <a:ea typeface="Open Sans"/>
                <a:cs typeface="Open Sans"/>
                <a:sym typeface="Open Sans"/>
              </a:rPr>
              <a:t>Copyright © 2023</a:t>
            </a:r>
            <a:endParaRPr/>
          </a:p>
        </p:txBody>
      </p:sp>
    </p:spTree>
  </p:cSld>
  <p:clrMap bg1="lt1" tx1="dk1" bg2="dk2" tx2="lt2" accent1="accent1" accent2="accent2" accent3="accent3" accent4="accent4" accent5="accent5" accent6="accent6" hlink="hlink" folHlink="folHlink"/>
  <p:sldLayoutIdLst>
    <p:sldLayoutId id="214748373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120">
          <p15:clr>
            <a:srgbClr val="F26B43"/>
          </p15:clr>
        </p15:guide>
        <p15:guide id="4" pos="113">
          <p15:clr>
            <a:srgbClr val="F26B43"/>
          </p15:clr>
        </p15:guide>
        <p15:guide id="5" pos="7567">
          <p15:clr>
            <a:srgbClr val="F26B43"/>
          </p15:clr>
        </p15:guide>
        <p15:guide id="6" orient="horz" pos="512">
          <p15:clr>
            <a:srgbClr val="F26B43"/>
          </p15:clr>
        </p15:guide>
        <p15:guide id="7" orient="horz" pos="4200">
          <p15:clr>
            <a:srgbClr val="F26B43"/>
          </p15:clr>
        </p15:guide>
        <p15:guide id="8" orient="horz" pos="559">
          <p15:clr>
            <a:srgbClr val="F26B43"/>
          </p15:clr>
        </p15:guide>
        <p15:guide id="9" orient="horz" pos="4154">
          <p15:clr>
            <a:srgbClr val="F26B43"/>
          </p15:clr>
        </p15:guide>
        <p15:guide id="10" pos="1327">
          <p15:clr>
            <a:srgbClr val="F26B43"/>
          </p15:clr>
        </p15:guide>
        <p15:guide id="11" pos="2575">
          <p15:clr>
            <a:srgbClr val="F26B43"/>
          </p15:clr>
        </p15:guide>
        <p15:guide id="12" pos="3822">
          <p15:clr>
            <a:srgbClr val="F26B43"/>
          </p15:clr>
        </p15:guide>
        <p15:guide id="13" pos="5070">
          <p15:clr>
            <a:srgbClr val="F26B43"/>
          </p15:clr>
        </p15:guide>
        <p15:guide id="14" pos="6318">
          <p15:clr>
            <a:srgbClr val="F26B43"/>
          </p15:clr>
        </p15:guide>
        <p15:guide id="15" pos="1370">
          <p15:clr>
            <a:srgbClr val="F26B43"/>
          </p15:clr>
        </p15:guide>
        <p15:guide id="16" pos="2618">
          <p15:clr>
            <a:srgbClr val="F26B43"/>
          </p15:clr>
        </p15:guide>
        <p15:guide id="17" pos="3864">
          <p15:clr>
            <a:srgbClr val="F26B43"/>
          </p15:clr>
        </p15:guide>
        <p15:guide id="18" pos="5112">
          <p15:clr>
            <a:srgbClr val="F26B43"/>
          </p15:clr>
        </p15:guide>
        <p15:guide id="19" pos="6360">
          <p15:clr>
            <a:srgbClr val="F26B43"/>
          </p15:clr>
        </p15:guide>
        <p15:guide id="20" orient="horz" pos="3538">
          <p15:clr>
            <a:srgbClr val="F26B43"/>
          </p15:clr>
        </p15:guide>
        <p15:guide id="21" orient="horz" pos="1128">
          <p15:clr>
            <a:srgbClr val="F26B43"/>
          </p15:clr>
        </p15:guide>
        <p15:guide id="22" orient="horz" pos="1160">
          <p15:clr>
            <a:srgbClr val="F26B43"/>
          </p15:clr>
        </p15:guide>
        <p15:guide id="23" orient="horz" pos="1728">
          <p15:clr>
            <a:srgbClr val="F26B43"/>
          </p15:clr>
        </p15:guide>
        <p15:guide id="24" orient="horz" pos="1768">
          <p15:clr>
            <a:srgbClr val="F26B43"/>
          </p15:clr>
        </p15:guide>
        <p15:guide id="25" orient="horz" pos="2328">
          <p15:clr>
            <a:srgbClr val="F26B43"/>
          </p15:clr>
        </p15:guide>
        <p15:guide id="26" orient="horz" pos="2368">
          <p15:clr>
            <a:srgbClr val="F26B43"/>
          </p15:clr>
        </p15:guide>
        <p15:guide id="27" orient="horz" pos="2941">
          <p15:clr>
            <a:srgbClr val="F26B43"/>
          </p15:clr>
        </p15:guide>
        <p15:guide id="28" orient="horz" pos="2981">
          <p15:clr>
            <a:srgbClr val="F26B43"/>
          </p15:clr>
        </p15:guide>
        <p15:guide id="29" orient="horz" pos="357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1.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0.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2.xml"/><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1.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84.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2.png"/><Relationship Id="rId7"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84.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83.xml"/><Relationship Id="rId5"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82.xml"/><Relationship Id="rId5"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mailto:sikandarhussain6858358@gmail.com"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598"/>
        <p:cNvGrpSpPr/>
        <p:nvPr/>
      </p:nvGrpSpPr>
      <p:grpSpPr>
        <a:xfrm>
          <a:off x="0" y="0"/>
          <a:ext cx="0" cy="0"/>
          <a:chOff x="0" y="0"/>
          <a:chExt cx="0" cy="0"/>
        </a:xfrm>
      </p:grpSpPr>
      <p:sp>
        <p:nvSpPr>
          <p:cNvPr id="599" name="Google Shape;599;p1"/>
          <p:cNvSpPr/>
          <p:nvPr/>
        </p:nvSpPr>
        <p:spPr>
          <a:xfrm>
            <a:off x="-127484" y="1242783"/>
            <a:ext cx="100169" cy="100169"/>
          </a:xfrm>
          <a:prstGeom prst="ellipse">
            <a:avLst/>
          </a:prstGeom>
          <a:gradFill>
            <a:gsLst>
              <a:gs pos="0">
                <a:srgbClr val="3E91EC"/>
              </a:gs>
              <a:gs pos="100000">
                <a:srgbClr val="3F96EC"/>
              </a:gs>
            </a:gsLst>
            <a:lin ang="0" scaled="0"/>
          </a:gradFill>
          <a:ln w="57150" cap="flat" cmpd="sng">
            <a:solidFill>
              <a:srgbClr val="146BCB">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lnSpc>
                <a:spcPct val="100000"/>
              </a:lnSpc>
              <a:spcBef>
                <a:spcPts val="0"/>
              </a:spcBef>
              <a:spcAft>
                <a:spcPts val="0"/>
              </a:spcAft>
              <a:buClr>
                <a:schemeClr val="dk1"/>
              </a:buClr>
              <a:buSzPts val="528"/>
              <a:buFont typeface="Calibri"/>
              <a:buNone/>
            </a:pPr>
            <a:endParaRPr sz="528" b="0" i="0" u="none" strike="noStrike" cap="none">
              <a:solidFill>
                <a:srgbClr val="FFFFFF"/>
              </a:solidFill>
              <a:latin typeface="Calibri"/>
              <a:ea typeface="Calibri"/>
              <a:cs typeface="Calibri"/>
              <a:sym typeface="Calibri"/>
            </a:endParaRPr>
          </a:p>
        </p:txBody>
      </p:sp>
      <p:grpSp>
        <p:nvGrpSpPr>
          <p:cNvPr id="600" name="Google Shape;600;p1"/>
          <p:cNvGrpSpPr/>
          <p:nvPr/>
        </p:nvGrpSpPr>
        <p:grpSpPr>
          <a:xfrm>
            <a:off x="-84823" y="423295"/>
            <a:ext cx="12269400" cy="835667"/>
            <a:chOff x="-77400" y="5261609"/>
            <a:chExt cx="12269400" cy="835667"/>
          </a:xfrm>
        </p:grpSpPr>
        <p:sp>
          <p:nvSpPr>
            <p:cNvPr id="601" name="Google Shape;601;p1"/>
            <p:cNvSpPr/>
            <p:nvPr/>
          </p:nvSpPr>
          <p:spPr>
            <a:xfrm>
              <a:off x="-77400" y="5261609"/>
              <a:ext cx="3587254" cy="835667"/>
            </a:xfrm>
            <a:custGeom>
              <a:avLst/>
              <a:gdLst/>
              <a:ahLst/>
              <a:cxnLst/>
              <a:rect l="l" t="t" r="r" b="b"/>
              <a:pathLst>
                <a:path w="1676400" h="390525" extrusionOk="0">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solidFill>
                <a:srgbClr val="3E91EC">
                  <a:alpha val="40000"/>
                </a:srgb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lnSpc>
                  <a:spcPct val="100000"/>
                </a:lnSpc>
                <a:spcBef>
                  <a:spcPts val="0"/>
                </a:spcBef>
                <a:spcAft>
                  <a:spcPts val="0"/>
                </a:spcAft>
                <a:buClr>
                  <a:schemeClr val="dk1"/>
                </a:buClr>
                <a:buSzPts val="528"/>
                <a:buFont typeface="Calibri"/>
                <a:buNone/>
              </a:pPr>
              <a:endParaRPr sz="528" b="0" i="0" u="none" strike="noStrike" cap="none">
                <a:solidFill>
                  <a:srgbClr val="FFFFFF"/>
                </a:solidFill>
                <a:latin typeface="Calibri"/>
                <a:ea typeface="Calibri"/>
                <a:cs typeface="Calibri"/>
                <a:sym typeface="Calibri"/>
              </a:endParaRPr>
            </a:p>
          </p:txBody>
        </p:sp>
        <p:cxnSp>
          <p:nvCxnSpPr>
            <p:cNvPr id="602" name="Google Shape;602;p1"/>
            <p:cNvCxnSpPr/>
            <p:nvPr/>
          </p:nvCxnSpPr>
          <p:spPr>
            <a:xfrm>
              <a:off x="3509854" y="5261609"/>
              <a:ext cx="8682146" cy="0"/>
            </a:xfrm>
            <a:prstGeom prst="straightConnector1">
              <a:avLst/>
            </a:prstGeom>
            <a:noFill/>
            <a:ln w="28575" cap="flat" cmpd="sng">
              <a:solidFill>
                <a:srgbClr val="3E91EC">
                  <a:alpha val="40000"/>
                </a:srgbClr>
              </a:solidFill>
              <a:prstDash val="dot"/>
              <a:miter lim="8000"/>
              <a:headEnd type="none" w="sm" len="sm"/>
              <a:tailEnd type="none" w="sm" len="sm"/>
            </a:ln>
          </p:spPr>
        </p:cxnSp>
      </p:grpSp>
      <p:sp>
        <p:nvSpPr>
          <p:cNvPr id="603" name="Google Shape;603;p1"/>
          <p:cNvSpPr/>
          <p:nvPr/>
        </p:nvSpPr>
        <p:spPr>
          <a:xfrm>
            <a:off x="4248150" y="1028701"/>
            <a:ext cx="8060664" cy="1877770"/>
          </a:xfrm>
          <a:custGeom>
            <a:avLst/>
            <a:gdLst/>
            <a:ahLst/>
            <a:cxnLst/>
            <a:rect l="l" t="t" r="r" b="b"/>
            <a:pathLst>
              <a:path w="1676400" h="390525" extrusionOk="0">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solidFill>
              <a:srgbClr val="F2F2F2"/>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604" name="Google Shape;604;p1"/>
          <p:cNvSpPr/>
          <p:nvPr/>
        </p:nvSpPr>
        <p:spPr>
          <a:xfrm flipH="1">
            <a:off x="0" y="29902"/>
            <a:ext cx="12188952" cy="4196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Arial"/>
              <a:ea typeface="Arial"/>
              <a:cs typeface="Arial"/>
              <a:sym typeface="Arial"/>
            </a:endParaRPr>
          </a:p>
        </p:txBody>
      </p:sp>
      <p:sp>
        <p:nvSpPr>
          <p:cNvPr id="605" name="Google Shape;605;p1"/>
          <p:cNvSpPr/>
          <p:nvPr/>
        </p:nvSpPr>
        <p:spPr>
          <a:xfrm>
            <a:off x="2061830" y="679244"/>
            <a:ext cx="2482195" cy="676044"/>
          </a:xfrm>
          <a:prstGeom prst="rect">
            <a:avLst/>
          </a:prstGeom>
          <a:noFill/>
          <a:ln>
            <a:noFill/>
          </a:ln>
        </p:spPr>
        <p:txBody>
          <a:bodyPr/>
          <a:lstStyle/>
          <a:p>
            <a:endParaRPr lang="en-US"/>
          </a:p>
        </p:txBody>
      </p:sp>
      <p:pic>
        <p:nvPicPr>
          <p:cNvPr id="606" name="Google Shape;606;p1" descr="Logo_Blu_Trasparente – CNIT – Consorzio Nazionale Interuniversitario per le  Telecomunicazioni"/>
          <p:cNvPicPr preferRelativeResize="0"/>
          <p:nvPr/>
        </p:nvPicPr>
        <p:blipFill rotWithShape="1">
          <a:blip r:embed="rId4">
            <a:alphaModFix/>
          </a:blip>
          <a:srcRect/>
          <a:stretch/>
        </p:blipFill>
        <p:spPr>
          <a:xfrm>
            <a:off x="8393393" y="6100904"/>
            <a:ext cx="3583366" cy="1075010"/>
          </a:xfrm>
          <a:prstGeom prst="rect">
            <a:avLst/>
          </a:prstGeom>
          <a:noFill/>
          <a:ln>
            <a:noFill/>
          </a:ln>
        </p:spPr>
      </p:pic>
      <p:pic>
        <p:nvPicPr>
          <p:cNvPr id="609" name="Google Shape;609;p1" descr="Logo_Blu_Trasparente – CNIT – Consorzio Nazionale Interuniversitario per le  Telecomunicazioni"/>
          <p:cNvPicPr preferRelativeResize="0"/>
          <p:nvPr/>
        </p:nvPicPr>
        <p:blipFill rotWithShape="1">
          <a:blip r:embed="rId4">
            <a:alphaModFix/>
          </a:blip>
          <a:srcRect t="12119" b="31565"/>
          <a:stretch/>
        </p:blipFill>
        <p:spPr>
          <a:xfrm>
            <a:off x="5212080" y="658368"/>
            <a:ext cx="3583366" cy="605403"/>
          </a:xfrm>
          <a:prstGeom prst="rect">
            <a:avLst/>
          </a:prstGeom>
          <a:noFill/>
          <a:ln>
            <a:noFill/>
          </a:ln>
        </p:spPr>
      </p:pic>
      <p:sp>
        <p:nvSpPr>
          <p:cNvPr id="610" name="Google Shape;610;p1"/>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a:t>
            </a:fld>
            <a:endParaRPr/>
          </a:p>
        </p:txBody>
      </p:sp>
      <p:pic>
        <p:nvPicPr>
          <p:cNvPr id="2" name="Picture 1">
            <a:extLst>
              <a:ext uri="{FF2B5EF4-FFF2-40B4-BE49-F238E27FC236}">
                <a16:creationId xmlns:a16="http://schemas.microsoft.com/office/drawing/2014/main" id="{DF80D276-2033-683B-A28B-5AC15A3EBE5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3392424" y="411480"/>
            <a:ext cx="998046" cy="1004659"/>
          </a:xfrm>
          <a:prstGeom prst="rect">
            <a:avLst/>
          </a:prstGeom>
          <a:noFill/>
        </p:spPr>
      </p:pic>
      <p:sp>
        <p:nvSpPr>
          <p:cNvPr id="611" name="Title"/>
          <p:cNvSpPr txBox="1"/>
          <p:nvPr/>
        </p:nvSpPr>
        <p:spPr>
          <a:xfrm>
            <a:off x="548640" y="1600200"/>
            <a:ext cx="11091672" cy="914400"/>
          </a:xfrm>
          <a:prstGeom prst="rect">
            <a:avLst/>
          </a:prstGeom>
          <a:noFill/>
        </p:spPr>
        <p:txBody>
          <a:bodyPr wrap="square" lIns="0" tIns="0" rIns="0" bIns="0" anchor="ctr">
            <a:spAutoFit/>
          </a:bodyPr>
          <a:lstStyle/>
          <a:p>
            <a:pPr marL="0" indent="0" algn="ctr">
              <a:spcBef>
                <a:spcPts val="0"/>
              </a:spcBef>
              <a:spcAft>
                <a:spcPts val="0"/>
              </a:spcAft>
              <a:buNone/>
            </a:pPr>
            <a:r>
              <a:rPr sz="5800" b="1" i="0">
                <a:solidFill>
                  <a:srgbClr val="000000"/>
                </a:solidFill>
                <a:latin typeface="Open Sans"/>
              </a:rPr>
              <a:t>SEMANTICSHIELD</a:t>
            </a:r>
          </a:p>
        </p:txBody>
      </p:sp>
      <p:sp>
        <p:nvSpPr>
          <p:cNvPr id="612" name="Subtitle"/>
          <p:cNvSpPr txBox="1"/>
          <p:nvPr/>
        </p:nvSpPr>
        <p:spPr>
          <a:xfrm>
            <a:off x="1097280" y="2606040"/>
            <a:ext cx="9994392" cy="1097280"/>
          </a:xfrm>
          <a:prstGeom prst="rect">
            <a:avLst/>
          </a:prstGeom>
          <a:noFill/>
        </p:spPr>
        <p:txBody>
          <a:bodyPr wrap="square" lIns="0" tIns="0" rIns="0" bIns="0" anchor="t">
            <a:spAutoFit/>
          </a:bodyPr>
          <a:lstStyle/>
          <a:p>
            <a:pPr marL="0" indent="0" algn="ctr">
              <a:spcBef>
                <a:spcPts val="0"/>
              </a:spcBef>
              <a:spcAft>
                <a:spcPts val="0"/>
              </a:spcAft>
              <a:buNone/>
            </a:pPr>
            <a:r>
              <a:rPr sz="2600" b="1" i="0">
                <a:solidFill>
                  <a:srgbClr val="152B77"/>
                </a:solidFill>
                <a:latin typeface="Open Sans"/>
              </a:rPr>
              <a:t>Invariant-Aware and Drift-Calibrated Semantic Runtime Assurance for Edge NIDS in ONNX</a:t>
            </a:r>
          </a:p>
        </p:txBody>
      </p:sp>
      <p:sp>
        <p:nvSpPr>
          <p:cNvPr id="613" name="Author and affiliation"/>
          <p:cNvSpPr txBox="1"/>
          <p:nvPr/>
        </p:nvSpPr>
        <p:spPr>
          <a:xfrm>
            <a:off x="1097280" y="3931920"/>
            <a:ext cx="9994392" cy="1554480"/>
          </a:xfrm>
          <a:prstGeom prst="rect">
            <a:avLst/>
          </a:prstGeom>
          <a:noFill/>
        </p:spPr>
        <p:txBody>
          <a:bodyPr wrap="square" lIns="0" tIns="0" rIns="0" bIns="0" anchor="t">
            <a:spAutoFit/>
          </a:bodyPr>
          <a:lstStyle/>
          <a:p>
            <a:pPr marL="0" indent="0" algn="ctr">
              <a:spcBef>
                <a:spcPts val="0"/>
              </a:spcBef>
              <a:spcAft>
                <a:spcPts val="800"/>
              </a:spcAft>
              <a:buNone/>
            </a:pPr>
            <a:r>
              <a:rPr sz="2400" b="1" i="0">
                <a:solidFill>
                  <a:srgbClr val="152B77"/>
                </a:solidFill>
                <a:latin typeface="Open Sans"/>
              </a:rPr>
              <a:t>Sikandar Hussain</a:t>
            </a:r>
          </a:p>
          <a:p>
            <a:pPr marL="0" indent="0" algn="ctr">
              <a:spcBef>
                <a:spcPts val="0"/>
              </a:spcBef>
              <a:spcAft>
                <a:spcPts val="400"/>
              </a:spcAft>
              <a:buNone/>
            </a:pPr>
            <a:r>
              <a:rPr sz="1800" b="0" i="0">
                <a:solidFill>
                  <a:srgbClr val="152B77"/>
                </a:solidFill>
                <a:latin typeface="Open Sans"/>
              </a:rPr>
              <a:t>CNIT / PNTLab Pisa  ·  TeCIP  ·  Scuola Superiore Sant’Anna</a:t>
            </a:r>
          </a:p>
          <a:p>
            <a:pPr marL="0" indent="0" algn="ctr">
              <a:spcBef>
                <a:spcPts val="0"/>
              </a:spcBef>
              <a:spcAft>
                <a:spcPts val="0"/>
              </a:spcAft>
              <a:buNone/>
            </a:pPr>
            <a:r>
              <a:rPr sz="1800" b="0" i="0">
                <a:solidFill>
                  <a:srgbClr val="555555"/>
                </a:solidFill>
                <a:latin typeface="Open Sans"/>
              </a:rPr>
              <a:t>AI Security Research  —  Research Internship 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50"/>
                                  </p:stCondLst>
                                  <p:childTnLst>
                                    <p:set>
                                      <p:cBhvr>
                                        <p:cTn id="6" dur="1" fill="hold">
                                          <p:stCondLst>
                                            <p:cond delay="0"/>
                                          </p:stCondLst>
                                        </p:cTn>
                                        <p:tgtEl>
                                          <p:spTgt spid="600"/>
                                        </p:tgtEl>
                                        <p:attrNameLst>
                                          <p:attrName>style.visibility</p:attrName>
                                        </p:attrNameLst>
                                      </p:cBhvr>
                                      <p:to>
                                        <p:strVal val="visible"/>
                                      </p:to>
                                    </p:set>
                                    <p:animEffect transition="in" filter="fade">
                                      <p:cBhvr>
                                        <p:cTn id="7" dur="500"/>
                                        <p:tgtEl>
                                          <p:spTgt spid="600"/>
                                        </p:tgtEl>
                                      </p:cBhvr>
                                    </p:animEffect>
                                  </p:childTnLst>
                                </p:cTn>
                              </p:par>
                              <p:par>
                                <p:cTn id="8" presetID="10" presetClass="entr" presetSubtype="0" fill="hold" nodeType="withEffect">
                                  <p:stCondLst>
                                    <p:cond delay="750"/>
                                  </p:stCondLst>
                                  <p:childTnLst>
                                    <p:set>
                                      <p:cBhvr>
                                        <p:cTn id="9" dur="1" fill="hold">
                                          <p:stCondLst>
                                            <p:cond delay="0"/>
                                          </p:stCondLst>
                                        </p:cTn>
                                        <p:tgtEl>
                                          <p:spTgt spid="603"/>
                                        </p:tgtEl>
                                        <p:attrNameLst>
                                          <p:attrName>style.visibility</p:attrName>
                                        </p:attrNameLst>
                                      </p:cBhvr>
                                      <p:to>
                                        <p:strVal val="visible"/>
                                      </p:to>
                                    </p:set>
                                    <p:animEffect transition="in" filter="fade">
                                      <p:cBhvr>
                                        <p:cTn id="10" dur="500"/>
                                        <p:tgtEl>
                                          <p:spTgt spid="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17"/>
        <p:cNvGrpSpPr/>
        <p:nvPr/>
      </p:nvGrpSpPr>
      <p:grpSpPr>
        <a:xfrm>
          <a:off x="0" y="0"/>
          <a:ext cx="0" cy="0"/>
          <a:chOff x="0" y="0"/>
          <a:chExt cx="0" cy="0"/>
        </a:xfrm>
      </p:grpSpPr>
      <p:sp>
        <p:nvSpPr>
          <p:cNvPr id="618" name="Google Shape;618;p2"/>
          <p:cNvSpPr/>
          <p:nvPr/>
        </p:nvSpPr>
        <p:spPr>
          <a:xfrm>
            <a:off x="0" y="0"/>
            <a:ext cx="121920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19" name="Google Shape;619;p2"/>
          <p:cNvPicPr preferRelativeResize="0"/>
          <p:nvPr/>
        </p:nvPicPr>
        <p:blipFill rotWithShape="1">
          <a:blip r:embed="rId3">
            <a:alphaModFix/>
          </a:blip>
          <a:srcRect l="279" r="279"/>
          <a:stretch/>
        </p:blipFill>
        <p:spPr>
          <a:xfrm>
            <a:off x="20" y="10"/>
            <a:ext cx="12191979" cy="6857989"/>
          </a:xfrm>
          <a:prstGeom prst="rect">
            <a:avLst/>
          </a:prstGeom>
          <a:noFill/>
          <a:ln>
            <a:noFill/>
          </a:ln>
        </p:spPr>
      </p:pic>
      <p:sp>
        <p:nvSpPr>
          <p:cNvPr id="620" name="Google Shape;620;p2"/>
          <p:cNvSpPr/>
          <p:nvPr/>
        </p:nvSpPr>
        <p:spPr>
          <a:xfrm>
            <a:off x="0" y="28575"/>
            <a:ext cx="12192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9" name="Google Shape;659;p2"/>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pic>
        <p:nvPicPr>
          <p:cNvPr id="660" name="Google Shape;660;p2" descr="Logo_Blu_Trasparente – CNIT – Consorzio Nazionale Interuniversitario per le  Telecomunicazioni"/>
          <p:cNvPicPr preferRelativeResize="0"/>
          <p:nvPr/>
        </p:nvPicPr>
        <p:blipFill rotWithShape="1">
          <a:blip r:embed="rId4">
            <a:alphaModFix/>
          </a:blip>
          <a:srcRect/>
          <a:stretch/>
        </p:blipFill>
        <p:spPr>
          <a:xfrm>
            <a:off x="8413081" y="6091924"/>
            <a:ext cx="3197901" cy="959371"/>
          </a:xfrm>
          <a:prstGeom prst="rect">
            <a:avLst/>
          </a:prstGeom>
          <a:noFill/>
          <a:ln>
            <a:noFill/>
          </a:ln>
        </p:spPr>
      </p:pic>
      <p:sp>
        <p:nvSpPr>
          <p:cNvPr id="661"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Agenda</a:t>
            </a:r>
          </a:p>
        </p:txBody>
      </p:sp>
      <p:sp>
        <p:nvSpPr>
          <p:cNvPr id="662" name="TextBox 661"/>
          <p:cNvSpPr txBox="1"/>
          <p:nvPr/>
        </p:nvSpPr>
        <p:spPr>
          <a:xfrm>
            <a:off x="758952" y="1316736"/>
            <a:ext cx="457200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PART I  —  CONTEXT &amp; MOTIVATION</a:t>
            </a:r>
          </a:p>
        </p:txBody>
      </p:sp>
      <p:sp>
        <p:nvSpPr>
          <p:cNvPr id="663" name="TextBox 662"/>
          <p:cNvSpPr txBox="1"/>
          <p:nvPr/>
        </p:nvSpPr>
        <p:spPr>
          <a:xfrm>
            <a:off x="758952" y="2734056"/>
            <a:ext cx="457200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PART II  —  CORE CONTRIBUTION</a:t>
            </a:r>
          </a:p>
        </p:txBody>
      </p:sp>
      <p:sp>
        <p:nvSpPr>
          <p:cNvPr id="664" name="TextBox 663"/>
          <p:cNvSpPr txBox="1"/>
          <p:nvPr/>
        </p:nvSpPr>
        <p:spPr>
          <a:xfrm>
            <a:off x="758952" y="4151376"/>
            <a:ext cx="457200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PART III  —  EVALUATION</a:t>
            </a:r>
          </a:p>
        </p:txBody>
      </p:sp>
      <p:sp>
        <p:nvSpPr>
          <p:cNvPr id="665" name="TextBox 664"/>
          <p:cNvSpPr txBox="1"/>
          <p:nvPr/>
        </p:nvSpPr>
        <p:spPr>
          <a:xfrm>
            <a:off x="4402836" y="4151376"/>
            <a:ext cx="685800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PART IV  —  OUTLOOK</a:t>
            </a:r>
          </a:p>
        </p:txBody>
      </p:sp>
      <p:sp>
        <p:nvSpPr>
          <p:cNvPr id="666" name="Agenda card 1"/>
          <p:cNvSpPr/>
          <p:nvPr/>
        </p:nvSpPr>
        <p:spPr>
          <a:xfrm>
            <a:off x="758952" y="164592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67" name="Oval 666"/>
          <p:cNvSpPr/>
          <p:nvPr/>
        </p:nvSpPr>
        <p:spPr>
          <a:xfrm>
            <a:off x="941832" y="186994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01</a:t>
            </a:r>
          </a:p>
        </p:txBody>
      </p:sp>
      <p:sp>
        <p:nvSpPr>
          <p:cNvPr id="668" name="TextBox 667"/>
          <p:cNvSpPr txBox="1"/>
          <p:nvPr/>
        </p:nvSpPr>
        <p:spPr>
          <a:xfrm>
            <a:off x="1536192" y="164592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Introduction</a:t>
            </a:r>
          </a:p>
          <a:p>
            <a:pPr marL="0" indent="0" algn="l">
              <a:spcBef>
                <a:spcPts val="200"/>
              </a:spcBef>
              <a:spcAft>
                <a:spcPts val="0"/>
              </a:spcAft>
              <a:buNone/>
            </a:pPr>
            <a:r>
              <a:rPr sz="1200" b="0" i="0">
                <a:solidFill>
                  <a:srgbClr val="64748B"/>
                </a:solidFill>
                <a:latin typeface="Open Sans"/>
              </a:rPr>
              <a:t>Problem &amp; edge constraints</a:t>
            </a:r>
          </a:p>
        </p:txBody>
      </p:sp>
      <p:sp>
        <p:nvSpPr>
          <p:cNvPr id="669" name="Agenda card 2"/>
          <p:cNvSpPr/>
          <p:nvPr/>
        </p:nvSpPr>
        <p:spPr>
          <a:xfrm>
            <a:off x="4402836" y="164592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70" name="Oval 669"/>
          <p:cNvSpPr/>
          <p:nvPr/>
        </p:nvSpPr>
        <p:spPr>
          <a:xfrm>
            <a:off x="4585716" y="186994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02</a:t>
            </a:r>
          </a:p>
        </p:txBody>
      </p:sp>
      <p:sp>
        <p:nvSpPr>
          <p:cNvPr id="671" name="TextBox 670"/>
          <p:cNvSpPr txBox="1"/>
          <p:nvPr/>
        </p:nvSpPr>
        <p:spPr>
          <a:xfrm>
            <a:off x="5180076" y="164592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State of the Art</a:t>
            </a:r>
          </a:p>
          <a:p>
            <a:pPr marL="0" indent="0" algn="l">
              <a:spcBef>
                <a:spcPts val="200"/>
              </a:spcBef>
              <a:spcAft>
                <a:spcPts val="0"/>
              </a:spcAft>
              <a:buNone/>
            </a:pPr>
            <a:r>
              <a:rPr sz="1200" b="0" i="0">
                <a:solidFill>
                  <a:srgbClr val="64748B"/>
                </a:solidFill>
                <a:latin typeface="Open Sans"/>
              </a:rPr>
              <a:t>Literature gaps</a:t>
            </a:r>
          </a:p>
        </p:txBody>
      </p:sp>
      <p:sp>
        <p:nvSpPr>
          <p:cNvPr id="672" name="Agenda card 3"/>
          <p:cNvSpPr/>
          <p:nvPr/>
        </p:nvSpPr>
        <p:spPr>
          <a:xfrm>
            <a:off x="8046720" y="164592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73" name="Oval 672"/>
          <p:cNvSpPr/>
          <p:nvPr/>
        </p:nvSpPr>
        <p:spPr>
          <a:xfrm>
            <a:off x="8229600" y="186994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03</a:t>
            </a:r>
          </a:p>
        </p:txBody>
      </p:sp>
      <p:sp>
        <p:nvSpPr>
          <p:cNvPr id="674" name="TextBox 673"/>
          <p:cNvSpPr txBox="1"/>
          <p:nvPr/>
        </p:nvSpPr>
        <p:spPr>
          <a:xfrm>
            <a:off x="8823960" y="164592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Research Goals</a:t>
            </a:r>
          </a:p>
          <a:p>
            <a:pPr marL="0" indent="0" algn="l">
              <a:spcBef>
                <a:spcPts val="200"/>
              </a:spcBef>
              <a:spcAft>
                <a:spcPts val="0"/>
              </a:spcAft>
              <a:buNone/>
            </a:pPr>
            <a:r>
              <a:rPr sz="1200" b="0" i="0">
                <a:solidFill>
                  <a:srgbClr val="64748B"/>
                </a:solidFill>
                <a:latin typeface="Open Sans"/>
              </a:rPr>
              <a:t>Goals &amp; target datasets</a:t>
            </a:r>
          </a:p>
        </p:txBody>
      </p:sp>
      <p:sp>
        <p:nvSpPr>
          <p:cNvPr id="675" name="Agenda card 4"/>
          <p:cNvSpPr/>
          <p:nvPr/>
        </p:nvSpPr>
        <p:spPr>
          <a:xfrm>
            <a:off x="758952" y="306324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76" name="Oval 675"/>
          <p:cNvSpPr/>
          <p:nvPr/>
        </p:nvSpPr>
        <p:spPr>
          <a:xfrm>
            <a:off x="941832" y="328726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04</a:t>
            </a:r>
          </a:p>
        </p:txBody>
      </p:sp>
      <p:sp>
        <p:nvSpPr>
          <p:cNvPr id="677" name="TextBox 676"/>
          <p:cNvSpPr txBox="1"/>
          <p:nvPr/>
        </p:nvSpPr>
        <p:spPr>
          <a:xfrm>
            <a:off x="1536192" y="306324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Methodology</a:t>
            </a:r>
          </a:p>
          <a:p>
            <a:pPr marL="0" indent="0" algn="l">
              <a:spcBef>
                <a:spcPts val="200"/>
              </a:spcBef>
              <a:spcAft>
                <a:spcPts val="0"/>
              </a:spcAft>
              <a:buNone/>
            </a:pPr>
            <a:r>
              <a:rPr sz="1200" b="0" i="0">
                <a:solidFill>
                  <a:srgbClr val="64748B"/>
                </a:solidFill>
                <a:latin typeface="Open Sans"/>
              </a:rPr>
              <a:t>Data, model, calibration</a:t>
            </a:r>
          </a:p>
        </p:txBody>
      </p:sp>
      <p:sp>
        <p:nvSpPr>
          <p:cNvPr id="678" name="Agenda card 5"/>
          <p:cNvSpPr/>
          <p:nvPr/>
        </p:nvSpPr>
        <p:spPr>
          <a:xfrm>
            <a:off x="4402836" y="306324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79" name="Oval 678"/>
          <p:cNvSpPr/>
          <p:nvPr/>
        </p:nvSpPr>
        <p:spPr>
          <a:xfrm>
            <a:off x="4585716" y="328726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05</a:t>
            </a:r>
          </a:p>
        </p:txBody>
      </p:sp>
      <p:sp>
        <p:nvSpPr>
          <p:cNvPr id="680" name="TextBox 679"/>
          <p:cNvSpPr txBox="1"/>
          <p:nvPr/>
        </p:nvSpPr>
        <p:spPr>
          <a:xfrm>
            <a:off x="5180076" y="306324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System Architecture</a:t>
            </a:r>
          </a:p>
          <a:p>
            <a:pPr marL="0" indent="0" algn="l">
              <a:spcBef>
                <a:spcPts val="200"/>
              </a:spcBef>
              <a:spcAft>
                <a:spcPts val="0"/>
              </a:spcAft>
              <a:buNone/>
            </a:pPr>
            <a:r>
              <a:rPr sz="1200" b="0" i="0">
                <a:solidFill>
                  <a:srgbClr val="64748B"/>
                </a:solidFill>
                <a:latin typeface="Open Sans"/>
              </a:rPr>
              <a:t>5-stage pipeline</a:t>
            </a:r>
          </a:p>
        </p:txBody>
      </p:sp>
      <p:sp>
        <p:nvSpPr>
          <p:cNvPr id="681" name="Agenda card 6"/>
          <p:cNvSpPr/>
          <p:nvPr/>
        </p:nvSpPr>
        <p:spPr>
          <a:xfrm>
            <a:off x="8046720" y="306324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82" name="Oval 681"/>
          <p:cNvSpPr/>
          <p:nvPr/>
        </p:nvSpPr>
        <p:spPr>
          <a:xfrm>
            <a:off x="8229600" y="328726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06</a:t>
            </a:r>
          </a:p>
        </p:txBody>
      </p:sp>
      <p:sp>
        <p:nvSpPr>
          <p:cNvPr id="683" name="TextBox 682"/>
          <p:cNvSpPr txBox="1"/>
          <p:nvPr/>
        </p:nvSpPr>
        <p:spPr>
          <a:xfrm>
            <a:off x="8823960" y="306324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Design &amp; Implementation</a:t>
            </a:r>
          </a:p>
          <a:p>
            <a:pPr marL="0" indent="0" algn="l">
              <a:spcBef>
                <a:spcPts val="200"/>
              </a:spcBef>
              <a:spcAft>
                <a:spcPts val="0"/>
              </a:spcAft>
              <a:buNone/>
            </a:pPr>
            <a:r>
              <a:rPr sz="1200" b="0" i="0">
                <a:solidFill>
                  <a:srgbClr val="64748B"/>
                </a:solidFill>
                <a:latin typeface="Open Sans"/>
              </a:rPr>
              <a:t>Modules, audit, tests</a:t>
            </a:r>
          </a:p>
        </p:txBody>
      </p:sp>
      <p:sp>
        <p:nvSpPr>
          <p:cNvPr id="684" name="Agenda card 7"/>
          <p:cNvSpPr/>
          <p:nvPr/>
        </p:nvSpPr>
        <p:spPr>
          <a:xfrm>
            <a:off x="758952" y="448056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85" name="Oval 684"/>
          <p:cNvSpPr/>
          <p:nvPr/>
        </p:nvSpPr>
        <p:spPr>
          <a:xfrm>
            <a:off x="941832" y="470458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07</a:t>
            </a:r>
          </a:p>
        </p:txBody>
      </p:sp>
      <p:sp>
        <p:nvSpPr>
          <p:cNvPr id="686" name="TextBox 685"/>
          <p:cNvSpPr txBox="1"/>
          <p:nvPr/>
        </p:nvSpPr>
        <p:spPr>
          <a:xfrm>
            <a:off x="1536192" y="448056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Experimental Results</a:t>
            </a:r>
          </a:p>
          <a:p>
            <a:pPr marL="0" indent="0" algn="l">
              <a:spcBef>
                <a:spcPts val="200"/>
              </a:spcBef>
              <a:spcAft>
                <a:spcPts val="0"/>
              </a:spcAft>
              <a:buNone/>
            </a:pPr>
            <a:r>
              <a:rPr sz="1200" b="0" i="0">
                <a:solidFill>
                  <a:srgbClr val="64748B"/>
                </a:solidFill>
                <a:latin typeface="Open Sans"/>
              </a:rPr>
              <a:t>OOD · latency · quantization</a:t>
            </a:r>
          </a:p>
        </p:txBody>
      </p:sp>
      <p:sp>
        <p:nvSpPr>
          <p:cNvPr id="687" name="Agenda card 8"/>
          <p:cNvSpPr/>
          <p:nvPr/>
        </p:nvSpPr>
        <p:spPr>
          <a:xfrm>
            <a:off x="4402836" y="448056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88" name="Oval 687"/>
          <p:cNvSpPr/>
          <p:nvPr/>
        </p:nvSpPr>
        <p:spPr>
          <a:xfrm>
            <a:off x="4585716" y="470458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08</a:t>
            </a:r>
          </a:p>
        </p:txBody>
      </p:sp>
      <p:sp>
        <p:nvSpPr>
          <p:cNvPr id="689" name="TextBox 688"/>
          <p:cNvSpPr txBox="1"/>
          <p:nvPr/>
        </p:nvSpPr>
        <p:spPr>
          <a:xfrm>
            <a:off x="5180076" y="448056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Future Research</a:t>
            </a:r>
          </a:p>
          <a:p>
            <a:pPr marL="0" indent="0" algn="l">
              <a:spcBef>
                <a:spcPts val="200"/>
              </a:spcBef>
              <a:spcAft>
                <a:spcPts val="0"/>
              </a:spcAft>
              <a:buNone/>
            </a:pPr>
            <a:r>
              <a:rPr sz="1200" b="0" i="0">
                <a:solidFill>
                  <a:srgbClr val="64748B"/>
                </a:solidFill>
                <a:latin typeface="Open Sans"/>
              </a:rPr>
              <a:t>Six directions</a:t>
            </a:r>
          </a:p>
        </p:txBody>
      </p:sp>
      <p:sp>
        <p:nvSpPr>
          <p:cNvPr id="690" name="Agenda card 9"/>
          <p:cNvSpPr/>
          <p:nvPr/>
        </p:nvSpPr>
        <p:spPr>
          <a:xfrm>
            <a:off x="8046720" y="4480560"/>
            <a:ext cx="3383280" cy="8686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91" name="Oval 690"/>
          <p:cNvSpPr/>
          <p:nvPr/>
        </p:nvSpPr>
        <p:spPr>
          <a:xfrm>
            <a:off x="8229600" y="4704588"/>
            <a:ext cx="420624" cy="420624"/>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09</a:t>
            </a:r>
          </a:p>
        </p:txBody>
      </p:sp>
      <p:sp>
        <p:nvSpPr>
          <p:cNvPr id="692" name="TextBox 691"/>
          <p:cNvSpPr txBox="1"/>
          <p:nvPr/>
        </p:nvSpPr>
        <p:spPr>
          <a:xfrm>
            <a:off x="8823960" y="4480560"/>
            <a:ext cx="2468880" cy="86868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Conclusion</a:t>
            </a:r>
          </a:p>
          <a:p>
            <a:pPr marL="0" indent="0" algn="l">
              <a:spcBef>
                <a:spcPts val="200"/>
              </a:spcBef>
              <a:spcAft>
                <a:spcPts val="0"/>
              </a:spcAft>
              <a:buNone/>
            </a:pPr>
            <a:r>
              <a:rPr sz="1200" b="0" i="0">
                <a:solidFill>
                  <a:srgbClr val="64748B"/>
                </a:solidFill>
                <a:latin typeface="Open Sans"/>
              </a:rPr>
              <a:t>Takeaways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g3f85cc64a8e_0_489"/>
          <p:cNvPicPr preferRelativeResize="0"/>
          <p:nvPr/>
        </p:nvPicPr>
        <p:blipFill rotWithShape="1">
          <a:blip r:embed="rId3">
            <a:alphaModFix/>
          </a:blip>
          <a:srcRect l="278" r="278"/>
          <a:stretch/>
        </p:blipFill>
        <p:spPr>
          <a:xfrm>
            <a:off x="0" y="0"/>
            <a:ext cx="12192000" cy="6858000"/>
          </a:xfrm>
          <a:prstGeom prst="rect">
            <a:avLst/>
          </a:prstGeom>
          <a:noFill/>
          <a:ln>
            <a:noFill/>
          </a:ln>
        </p:spPr>
      </p:pic>
      <p:sp>
        <p:nvSpPr>
          <p:cNvPr id="670" name="Google Shape;670;g3f85cc64a8e_0_489"/>
          <p:cNvSpPr/>
          <p:nvPr/>
        </p:nvSpPr>
        <p:spPr>
          <a:xfrm>
            <a:off x="0" y="28575"/>
            <a:ext cx="12192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678" name="Google Shape;678;g3f85cc64a8e_0_489"/>
          <p:cNvGrpSpPr/>
          <p:nvPr/>
        </p:nvGrpSpPr>
        <p:grpSpPr>
          <a:xfrm>
            <a:off x="5629275" y="6096000"/>
            <a:ext cx="6343650" cy="1076400"/>
            <a:chOff x="5629275" y="6096000"/>
            <a:chExt cx="6343650" cy="1076400"/>
          </a:xfrm>
        </p:grpSpPr>
        <p:pic>
          <p:nvPicPr>
            <p:cNvPr id="679" name="Google Shape;679;g3f85cc64a8e_0_489"/>
            <p:cNvPicPr preferRelativeResize="0"/>
            <p:nvPr/>
          </p:nvPicPr>
          <p:blipFill rotWithShape="1">
            <a:blip r:embed="rId4">
              <a:alphaModFix/>
            </a:blip>
            <a:srcRect l="110" r="120"/>
            <a:stretch/>
          </p:blipFill>
          <p:spPr>
            <a:xfrm>
              <a:off x="8391525" y="6096000"/>
              <a:ext cx="3581400" cy="1076400"/>
            </a:xfrm>
            <a:prstGeom prst="roundRect">
              <a:avLst>
                <a:gd name="adj" fmla="val 0"/>
              </a:avLst>
            </a:prstGeom>
            <a:noFill/>
            <a:ln>
              <a:noFill/>
            </a:ln>
          </p:spPr>
        </p:pic>
        <p:pic>
          <p:nvPicPr>
            <p:cNvPr id="680" name="Google Shape;680;g3f85cc64a8e_0_489"/>
            <p:cNvPicPr preferRelativeResize="0"/>
            <p:nvPr/>
          </p:nvPicPr>
          <p:blipFill rotWithShape="1">
            <a:blip r:embed="rId5">
              <a:alphaModFix/>
            </a:blip>
            <a:srcRect/>
            <a:stretch/>
          </p:blipFill>
          <p:spPr>
            <a:xfrm>
              <a:off x="5629275" y="6238875"/>
              <a:ext cx="928800" cy="619200"/>
            </a:xfrm>
            <a:prstGeom prst="rect">
              <a:avLst/>
            </a:prstGeom>
            <a:noFill/>
            <a:ln>
              <a:noFill/>
            </a:ln>
          </p:spPr>
        </p:pic>
      </p:grpSp>
      <p:sp>
        <p:nvSpPr>
          <p:cNvPr id="681"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Introduction</a:t>
            </a:r>
          </a:p>
        </p:txBody>
      </p:sp>
      <p:sp>
        <p:nvSpPr>
          <p:cNvPr id="682"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Deep NIDS fail silently under shift; edge budgets rule out heavy detectors</a:t>
            </a:r>
          </a:p>
        </p:txBody>
      </p:sp>
      <p:sp>
        <p:nvSpPr>
          <p:cNvPr id="683" name="Problem card 1"/>
          <p:cNvSpPr/>
          <p:nvPr/>
        </p:nvSpPr>
        <p:spPr>
          <a:xfrm>
            <a:off x="758952" y="1508760"/>
            <a:ext cx="3383280" cy="242316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84" name="TextBox 683"/>
          <p:cNvSpPr txBox="1"/>
          <p:nvPr/>
        </p:nvSpPr>
        <p:spPr>
          <a:xfrm>
            <a:off x="987552" y="1645920"/>
            <a:ext cx="2926080" cy="365760"/>
          </a:xfrm>
          <a:prstGeom prst="rect">
            <a:avLst/>
          </a:prstGeom>
          <a:noFill/>
        </p:spPr>
        <p:txBody>
          <a:bodyPr wrap="square" lIns="0" tIns="0" rIns="0" bIns="0" anchor="ctr">
            <a:spAutoFit/>
          </a:bodyPr>
          <a:lstStyle/>
          <a:p>
            <a:pPr marL="0" indent="0" algn="l">
              <a:spcBef>
                <a:spcPts val="0"/>
              </a:spcBef>
              <a:spcAft>
                <a:spcPts val="0"/>
              </a:spcAft>
              <a:buNone/>
            </a:pPr>
            <a:r>
              <a:rPr sz="1600" b="1" i="0">
                <a:solidFill>
                  <a:srgbClr val="152B77"/>
                </a:solidFill>
                <a:latin typeface="Open Sans"/>
              </a:rPr>
              <a:t>🔇 Silent Failures</a:t>
            </a:r>
          </a:p>
        </p:txBody>
      </p:sp>
      <p:sp>
        <p:nvSpPr>
          <p:cNvPr id="685" name="TextBox 684"/>
          <p:cNvSpPr txBox="1"/>
          <p:nvPr/>
        </p:nvSpPr>
        <p:spPr>
          <a:xfrm>
            <a:off x="987552" y="2103120"/>
            <a:ext cx="2926080" cy="1783080"/>
          </a:xfrm>
          <a:prstGeom prst="rect">
            <a:avLst/>
          </a:prstGeom>
          <a:noFill/>
        </p:spPr>
        <p:txBody>
          <a:bodyPr wrap="square" lIns="0" tIns="0" rIns="0" bIns="0" anchor="t">
            <a:spAutoFit/>
          </a:bodyPr>
          <a:lstStyle/>
          <a:p>
            <a:pPr marL="219456" indent="-219456" algn="l">
              <a:spcBef>
                <a:spcPts val="0"/>
              </a:spcBef>
              <a:spcAft>
                <a:spcPts val="600"/>
              </a:spcAft>
              <a:buClr>
                <a:srgbClr val="D50581"/>
              </a:buClr>
              <a:buSzPct val="70000"/>
              <a:buFont typeface="Arial"/>
              <a:buChar char="●"/>
            </a:pPr>
            <a:r>
              <a:rPr sz="1300" b="0" i="0">
                <a:solidFill>
                  <a:srgbClr val="1E293B"/>
                </a:solidFill>
                <a:latin typeface="Open Sans"/>
              </a:rPr>
              <a:t>OOD shift, adversarial perturbation and data-pipeline corruption at deployment</a:t>
            </a:r>
          </a:p>
          <a:p>
            <a:pPr marL="219456" indent="-219456" algn="l">
              <a:spcBef>
                <a:spcPts val="0"/>
              </a:spcBef>
              <a:spcAft>
                <a:spcPts val="600"/>
              </a:spcAft>
              <a:buClr>
                <a:srgbClr val="D50581"/>
              </a:buClr>
              <a:buSzPct val="70000"/>
              <a:buFont typeface="Arial"/>
              <a:buChar char="●"/>
            </a:pPr>
            <a:r>
              <a:rPr sz="1300" b="0" i="0">
                <a:solidFill>
                  <a:srgbClr val="1E293B"/>
                </a:solidFill>
                <a:latin typeface="Open Sans"/>
              </a:rPr>
              <a:t>The model stays confident but wrong, so nothing flags the failure</a:t>
            </a:r>
          </a:p>
        </p:txBody>
      </p:sp>
      <p:sp>
        <p:nvSpPr>
          <p:cNvPr id="686" name="Problem card 2"/>
          <p:cNvSpPr/>
          <p:nvPr/>
        </p:nvSpPr>
        <p:spPr>
          <a:xfrm>
            <a:off x="4402836" y="1508760"/>
            <a:ext cx="3383280" cy="242316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87" name="TextBox 686"/>
          <p:cNvSpPr txBox="1"/>
          <p:nvPr/>
        </p:nvSpPr>
        <p:spPr>
          <a:xfrm>
            <a:off x="4631436" y="1645920"/>
            <a:ext cx="2926080" cy="365760"/>
          </a:xfrm>
          <a:prstGeom prst="rect">
            <a:avLst/>
          </a:prstGeom>
          <a:noFill/>
        </p:spPr>
        <p:txBody>
          <a:bodyPr wrap="square" lIns="0" tIns="0" rIns="0" bIns="0" anchor="ctr">
            <a:spAutoFit/>
          </a:bodyPr>
          <a:lstStyle/>
          <a:p>
            <a:pPr marL="0" indent="0" algn="l">
              <a:spcBef>
                <a:spcPts val="0"/>
              </a:spcBef>
              <a:spcAft>
                <a:spcPts val="0"/>
              </a:spcAft>
              <a:buNone/>
            </a:pPr>
            <a:r>
              <a:rPr sz="1600" b="1" i="0">
                <a:solidFill>
                  <a:srgbClr val="152B77"/>
                </a:solidFill>
                <a:latin typeface="Open Sans"/>
              </a:rPr>
              <a:t>⚙️ Edge Constraints</a:t>
            </a:r>
          </a:p>
        </p:txBody>
      </p:sp>
      <p:sp>
        <p:nvSpPr>
          <p:cNvPr id="688" name="TextBox 687"/>
          <p:cNvSpPr txBox="1"/>
          <p:nvPr/>
        </p:nvSpPr>
        <p:spPr>
          <a:xfrm>
            <a:off x="4631436" y="2103120"/>
            <a:ext cx="2926080" cy="1783080"/>
          </a:xfrm>
          <a:prstGeom prst="rect">
            <a:avLst/>
          </a:prstGeom>
          <a:noFill/>
        </p:spPr>
        <p:txBody>
          <a:bodyPr wrap="square" lIns="0" tIns="0" rIns="0" bIns="0" anchor="t">
            <a:spAutoFit/>
          </a:bodyPr>
          <a:lstStyle/>
          <a:p>
            <a:pPr marL="219456" indent="-219456" algn="l">
              <a:spcBef>
                <a:spcPts val="0"/>
              </a:spcBef>
              <a:spcAft>
                <a:spcPts val="600"/>
              </a:spcAft>
              <a:buClr>
                <a:srgbClr val="D50581"/>
              </a:buClr>
              <a:buSzPct val="70000"/>
              <a:buFont typeface="Arial"/>
              <a:buChar char="●"/>
            </a:pPr>
            <a:r>
              <a:rPr sz="1300" b="0" i="0">
                <a:solidFill>
                  <a:srgbClr val="1E293B"/>
                </a:solidFill>
                <a:latin typeface="Open Sans"/>
              </a:rPr>
              <a:t>≤ 512 MB memory and ≤ 2 ms latency</a:t>
            </a:r>
          </a:p>
          <a:p>
            <a:pPr marL="219456" indent="-219456" algn="l">
              <a:spcBef>
                <a:spcPts val="0"/>
              </a:spcBef>
              <a:spcAft>
                <a:spcPts val="600"/>
              </a:spcAft>
              <a:buClr>
                <a:srgbClr val="D50581"/>
              </a:buClr>
              <a:buSzPct val="70000"/>
              <a:buFont typeface="Arial"/>
              <a:buChar char="●"/>
            </a:pPr>
            <a:r>
              <a:rPr sz="1300" b="0" i="0">
                <a:solidFill>
                  <a:srgbClr val="1E293B"/>
                </a:solidFill>
                <a:latin typeface="Open Sans"/>
              </a:rPr>
              <a:t>Isolation Forest and OCSVM are too slow for real-time inference</a:t>
            </a:r>
          </a:p>
          <a:p>
            <a:pPr marL="219456" indent="-219456" algn="l">
              <a:spcBef>
                <a:spcPts val="0"/>
              </a:spcBef>
              <a:spcAft>
                <a:spcPts val="600"/>
              </a:spcAft>
              <a:buClr>
                <a:srgbClr val="D50581"/>
              </a:buClr>
              <a:buSzPct val="70000"/>
              <a:buFont typeface="Arial"/>
              <a:buChar char="●"/>
            </a:pPr>
            <a:r>
              <a:rPr sz="1300" b="0" i="0">
                <a:solidFill>
                  <a:srgbClr val="1E293B"/>
                </a:solidFill>
                <a:latin typeface="Open Sans"/>
              </a:rPr>
              <a:t>The gap: no ONNX-native runtime combines validation, drift detection and quantization</a:t>
            </a:r>
          </a:p>
        </p:txBody>
      </p:sp>
      <p:sp>
        <p:nvSpPr>
          <p:cNvPr id="689" name="Problem card 3"/>
          <p:cNvSpPr/>
          <p:nvPr/>
        </p:nvSpPr>
        <p:spPr>
          <a:xfrm>
            <a:off x="8046720" y="1508760"/>
            <a:ext cx="3383280" cy="242316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690" name="TextBox 689"/>
          <p:cNvSpPr txBox="1"/>
          <p:nvPr/>
        </p:nvSpPr>
        <p:spPr>
          <a:xfrm>
            <a:off x="8275320" y="1645920"/>
            <a:ext cx="2926080" cy="365760"/>
          </a:xfrm>
          <a:prstGeom prst="rect">
            <a:avLst/>
          </a:prstGeom>
          <a:noFill/>
        </p:spPr>
        <p:txBody>
          <a:bodyPr wrap="square" lIns="0" tIns="0" rIns="0" bIns="0" anchor="ctr">
            <a:spAutoFit/>
          </a:bodyPr>
          <a:lstStyle/>
          <a:p>
            <a:pPr marL="0" indent="0" algn="l">
              <a:spcBef>
                <a:spcPts val="0"/>
              </a:spcBef>
              <a:spcAft>
                <a:spcPts val="0"/>
              </a:spcAft>
              <a:buNone/>
            </a:pPr>
            <a:r>
              <a:rPr sz="1600" b="1" i="0">
                <a:solidFill>
                  <a:srgbClr val="152B77"/>
                </a:solidFill>
                <a:latin typeface="Open Sans"/>
              </a:rPr>
              <a:t>📉 Operational Reality</a:t>
            </a:r>
          </a:p>
        </p:txBody>
      </p:sp>
      <p:sp>
        <p:nvSpPr>
          <p:cNvPr id="691" name="TextBox 690"/>
          <p:cNvSpPr txBox="1"/>
          <p:nvPr/>
        </p:nvSpPr>
        <p:spPr>
          <a:xfrm>
            <a:off x="8275320" y="2103120"/>
            <a:ext cx="2926080" cy="1783080"/>
          </a:xfrm>
          <a:prstGeom prst="rect">
            <a:avLst/>
          </a:prstGeom>
          <a:noFill/>
        </p:spPr>
        <p:txBody>
          <a:bodyPr wrap="square" lIns="0" tIns="0" rIns="0" bIns="0" anchor="t">
            <a:spAutoFit/>
          </a:bodyPr>
          <a:lstStyle/>
          <a:p>
            <a:pPr marL="219456" indent="-219456" algn="l">
              <a:spcBef>
                <a:spcPts val="0"/>
              </a:spcBef>
              <a:spcAft>
                <a:spcPts val="600"/>
              </a:spcAft>
              <a:buClr>
                <a:srgbClr val="D50581"/>
              </a:buClr>
              <a:buSzPct val="70000"/>
              <a:buFont typeface="Arial"/>
              <a:buChar char="●"/>
            </a:pPr>
            <a:r>
              <a:rPr sz="1300" b="0" i="0">
                <a:solidFill>
                  <a:srgbClr val="1E293B"/>
                </a:solidFill>
                <a:latin typeface="Open Sans"/>
              </a:rPr>
              <a:t>Base-rate fallacy (Axelsson, 1999): at 1M flows/s, 1% FPR means 10,000 false alarms per second</a:t>
            </a:r>
          </a:p>
          <a:p>
            <a:pPr marL="219456" indent="-219456" algn="l">
              <a:spcBef>
                <a:spcPts val="0"/>
              </a:spcBef>
              <a:spcAft>
                <a:spcPts val="600"/>
              </a:spcAft>
              <a:buClr>
                <a:srgbClr val="D50581"/>
              </a:buClr>
              <a:buSzPct val="70000"/>
              <a:buFont typeface="Arial"/>
              <a:buChar char="●"/>
            </a:pPr>
            <a:r>
              <a:rPr sz="1300" b="0" i="0">
                <a:solidFill>
                  <a:srgbClr val="1E293B"/>
                </a:solidFill>
                <a:latin typeface="Open Sans"/>
              </a:rPr>
              <a:t>Cross-dataset collapse: multi-class F1 drops 0.78 → 0.05 on ToN-IoT (feature-schema incompatibility)</a:t>
            </a:r>
          </a:p>
        </p:txBody>
      </p:sp>
      <p:sp>
        <p:nvSpPr>
          <p:cNvPr id="692" name="TextBox 691"/>
          <p:cNvSpPr txBox="1"/>
          <p:nvPr/>
        </p:nvSpPr>
        <p:spPr>
          <a:xfrm>
            <a:off x="758952" y="4041648"/>
            <a:ext cx="548640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RESEARCH QUESTIONS</a:t>
            </a:r>
          </a:p>
        </p:txBody>
      </p:sp>
      <p:sp>
        <p:nvSpPr>
          <p:cNvPr id="693" name="RQ1 card"/>
          <p:cNvSpPr/>
          <p:nvPr/>
        </p:nvSpPr>
        <p:spPr>
          <a:xfrm>
            <a:off x="758952" y="4389120"/>
            <a:ext cx="3383280" cy="1554480"/>
          </a:xfrm>
          <a:prstGeom prst="roundRect">
            <a:avLst>
              <a:gd name="adj" fmla="val 5000"/>
            </a:avLst>
          </a:prstGeom>
          <a:solidFill>
            <a:srgbClr val="152B77"/>
          </a:solidFill>
          <a:ln>
            <a:noFill/>
          </a:ln>
          <a:effectLst/>
        </p:spPr>
        <p:txBody>
          <a:bodyPr rtlCol="0" anchor="ctr"/>
          <a:lstStyle/>
          <a:p>
            <a:pPr algn="ctr"/>
            <a:endParaRPr/>
          </a:p>
        </p:txBody>
      </p:sp>
      <p:sp>
        <p:nvSpPr>
          <p:cNvPr id="694" name="TextBox 693"/>
          <p:cNvSpPr txBox="1"/>
          <p:nvPr/>
        </p:nvSpPr>
        <p:spPr>
          <a:xfrm>
            <a:off x="987552" y="4507992"/>
            <a:ext cx="2926080" cy="274320"/>
          </a:xfrm>
          <a:prstGeom prst="rect">
            <a:avLst/>
          </a:prstGeom>
          <a:noFill/>
        </p:spPr>
        <p:txBody>
          <a:bodyPr wrap="square" lIns="0" tIns="0" rIns="0" bIns="0" anchor="ctr">
            <a:spAutoFit/>
          </a:bodyPr>
          <a:lstStyle/>
          <a:p>
            <a:pPr marL="0" indent="0" algn="l">
              <a:spcBef>
                <a:spcPts val="0"/>
              </a:spcBef>
              <a:spcAft>
                <a:spcPts val="0"/>
              </a:spcAft>
              <a:buNone/>
            </a:pPr>
            <a:r>
              <a:rPr sz="1400" b="1" i="0">
                <a:solidFill>
                  <a:srgbClr val="FF7AC0"/>
                </a:solidFill>
                <a:latin typeface="Open Sans"/>
              </a:rPr>
              <a:t>RQ1</a:t>
            </a:r>
          </a:p>
        </p:txBody>
      </p:sp>
      <p:sp>
        <p:nvSpPr>
          <p:cNvPr id="695" name="TextBox 694"/>
          <p:cNvSpPr txBox="1"/>
          <p:nvPr/>
        </p:nvSpPr>
        <p:spPr>
          <a:xfrm>
            <a:off x="987552" y="4828032"/>
            <a:ext cx="2926080" cy="1051560"/>
          </a:xfrm>
          <a:prstGeom prst="rect">
            <a:avLst/>
          </a:prstGeom>
          <a:noFill/>
        </p:spPr>
        <p:txBody>
          <a:bodyPr wrap="square" lIns="0" tIns="0" rIns="0" bIns="0" anchor="t">
            <a:spAutoFit/>
          </a:bodyPr>
          <a:lstStyle/>
          <a:p>
            <a:pPr marL="0" indent="0" algn="l">
              <a:spcBef>
                <a:spcPts val="0"/>
              </a:spcBef>
              <a:spcAft>
                <a:spcPts val="0"/>
              </a:spcAft>
              <a:buNone/>
            </a:pPr>
            <a:r>
              <a:rPr sz="1400" b="0" i="0">
                <a:solidFill>
                  <a:srgbClr val="FFFFFF"/>
                </a:solidFill>
                <a:latin typeface="Open Sans"/>
              </a:rPr>
              <a:t>Can a PyTorch-trained threat classifier be exported to ONNX without semantic prediction errors?</a:t>
            </a:r>
          </a:p>
        </p:txBody>
      </p:sp>
      <p:sp>
        <p:nvSpPr>
          <p:cNvPr id="696" name="RQ2 card"/>
          <p:cNvSpPr/>
          <p:nvPr/>
        </p:nvSpPr>
        <p:spPr>
          <a:xfrm>
            <a:off x="4402836" y="4389120"/>
            <a:ext cx="3383280" cy="1554480"/>
          </a:xfrm>
          <a:prstGeom prst="roundRect">
            <a:avLst>
              <a:gd name="adj" fmla="val 5000"/>
            </a:avLst>
          </a:prstGeom>
          <a:solidFill>
            <a:srgbClr val="152B77"/>
          </a:solidFill>
          <a:ln>
            <a:noFill/>
          </a:ln>
          <a:effectLst/>
        </p:spPr>
        <p:txBody>
          <a:bodyPr rtlCol="0" anchor="ctr"/>
          <a:lstStyle/>
          <a:p>
            <a:pPr algn="ctr"/>
            <a:endParaRPr/>
          </a:p>
        </p:txBody>
      </p:sp>
      <p:sp>
        <p:nvSpPr>
          <p:cNvPr id="697" name="TextBox 696"/>
          <p:cNvSpPr txBox="1"/>
          <p:nvPr/>
        </p:nvSpPr>
        <p:spPr>
          <a:xfrm>
            <a:off x="4631436" y="4507992"/>
            <a:ext cx="2926080" cy="274320"/>
          </a:xfrm>
          <a:prstGeom prst="rect">
            <a:avLst/>
          </a:prstGeom>
          <a:noFill/>
        </p:spPr>
        <p:txBody>
          <a:bodyPr wrap="square" lIns="0" tIns="0" rIns="0" bIns="0" anchor="ctr">
            <a:spAutoFit/>
          </a:bodyPr>
          <a:lstStyle/>
          <a:p>
            <a:pPr marL="0" indent="0" algn="l">
              <a:spcBef>
                <a:spcPts val="0"/>
              </a:spcBef>
              <a:spcAft>
                <a:spcPts val="0"/>
              </a:spcAft>
              <a:buNone/>
            </a:pPr>
            <a:r>
              <a:rPr sz="1400" b="1" i="0">
                <a:solidFill>
                  <a:srgbClr val="FF7AC0"/>
                </a:solidFill>
                <a:latin typeface="Open Sans"/>
              </a:rPr>
              <a:t>RQ2</a:t>
            </a:r>
          </a:p>
        </p:txBody>
      </p:sp>
      <p:sp>
        <p:nvSpPr>
          <p:cNvPr id="698" name="TextBox 697"/>
          <p:cNvSpPr txBox="1"/>
          <p:nvPr/>
        </p:nvSpPr>
        <p:spPr>
          <a:xfrm>
            <a:off x="4631436" y="4828032"/>
            <a:ext cx="2926080" cy="1051560"/>
          </a:xfrm>
          <a:prstGeom prst="rect">
            <a:avLst/>
          </a:prstGeom>
          <a:noFill/>
        </p:spPr>
        <p:txBody>
          <a:bodyPr wrap="square" lIns="0" tIns="0" rIns="0" bIns="0" anchor="t">
            <a:spAutoFit/>
          </a:bodyPr>
          <a:lstStyle/>
          <a:p>
            <a:pPr marL="0" indent="0" algn="l">
              <a:spcBef>
                <a:spcPts val="0"/>
              </a:spcBef>
              <a:spcAft>
                <a:spcPts val="0"/>
              </a:spcAft>
              <a:buNone/>
            </a:pPr>
            <a:r>
              <a:rPr sz="1400" b="0" i="0">
                <a:solidFill>
                  <a:srgbClr val="FFFFFF"/>
                </a:solidFill>
                <a:latin typeface="Open Sans"/>
              </a:rPr>
              <a:t>What is the trade-off between INT8 quantization and classification accuracy on edge hardware?</a:t>
            </a:r>
          </a:p>
        </p:txBody>
      </p:sp>
      <p:sp>
        <p:nvSpPr>
          <p:cNvPr id="699" name="RQ3 card"/>
          <p:cNvSpPr/>
          <p:nvPr/>
        </p:nvSpPr>
        <p:spPr>
          <a:xfrm>
            <a:off x="8046720" y="4389120"/>
            <a:ext cx="3383280" cy="1554480"/>
          </a:xfrm>
          <a:prstGeom prst="roundRect">
            <a:avLst>
              <a:gd name="adj" fmla="val 5000"/>
            </a:avLst>
          </a:prstGeom>
          <a:solidFill>
            <a:srgbClr val="152B77"/>
          </a:solidFill>
          <a:ln>
            <a:noFill/>
          </a:ln>
          <a:effectLst/>
        </p:spPr>
        <p:txBody>
          <a:bodyPr rtlCol="0" anchor="ctr"/>
          <a:lstStyle/>
          <a:p>
            <a:pPr algn="ctr"/>
            <a:endParaRPr/>
          </a:p>
        </p:txBody>
      </p:sp>
      <p:sp>
        <p:nvSpPr>
          <p:cNvPr id="700" name="TextBox 699"/>
          <p:cNvSpPr txBox="1"/>
          <p:nvPr/>
        </p:nvSpPr>
        <p:spPr>
          <a:xfrm>
            <a:off x="8275320" y="4507992"/>
            <a:ext cx="2926080" cy="274320"/>
          </a:xfrm>
          <a:prstGeom prst="rect">
            <a:avLst/>
          </a:prstGeom>
          <a:noFill/>
        </p:spPr>
        <p:txBody>
          <a:bodyPr wrap="square" lIns="0" tIns="0" rIns="0" bIns="0" anchor="ctr">
            <a:spAutoFit/>
          </a:bodyPr>
          <a:lstStyle/>
          <a:p>
            <a:pPr marL="0" indent="0" algn="l">
              <a:spcBef>
                <a:spcPts val="0"/>
              </a:spcBef>
              <a:spcAft>
                <a:spcPts val="0"/>
              </a:spcAft>
              <a:buNone/>
            </a:pPr>
            <a:r>
              <a:rPr sz="1400" b="1" i="0">
                <a:solidFill>
                  <a:srgbClr val="FF7AC0"/>
                </a:solidFill>
                <a:latin typeface="Open Sans"/>
              </a:rPr>
              <a:t>RQ3</a:t>
            </a:r>
          </a:p>
        </p:txBody>
      </p:sp>
      <p:sp>
        <p:nvSpPr>
          <p:cNvPr id="701" name="TextBox 700"/>
          <p:cNvSpPr txBox="1"/>
          <p:nvPr/>
        </p:nvSpPr>
        <p:spPr>
          <a:xfrm>
            <a:off x="8275320" y="4828032"/>
            <a:ext cx="2926080" cy="1051560"/>
          </a:xfrm>
          <a:prstGeom prst="rect">
            <a:avLst/>
          </a:prstGeom>
          <a:noFill/>
        </p:spPr>
        <p:txBody>
          <a:bodyPr wrap="square" lIns="0" tIns="0" rIns="0" bIns="0" anchor="t">
            <a:spAutoFit/>
          </a:bodyPr>
          <a:lstStyle/>
          <a:p>
            <a:pPr marL="0" indent="0" algn="l">
              <a:spcBef>
                <a:spcPts val="0"/>
              </a:spcBef>
              <a:spcAft>
                <a:spcPts val="0"/>
              </a:spcAft>
              <a:buNone/>
            </a:pPr>
            <a:r>
              <a:rPr sz="1400" b="0" i="0">
                <a:solidFill>
                  <a:srgbClr val="FFFFFF"/>
                </a:solidFill>
                <a:latin typeface="Open Sans"/>
              </a:rPr>
              <a:t>Does a classifier trained on CSE-CIC-IDS2018 generalize to ToN-IoT?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pic>
        <p:nvPicPr>
          <p:cNvPr id="692" name="Google Shape;692;g3f85cc64a8e_0_836"/>
          <p:cNvPicPr preferRelativeResize="0"/>
          <p:nvPr/>
        </p:nvPicPr>
        <p:blipFill rotWithShape="1">
          <a:blip r:embed="rId3">
            <a:alphaModFix/>
          </a:blip>
          <a:srcRect l="278" r="278"/>
          <a:stretch/>
        </p:blipFill>
        <p:spPr>
          <a:xfrm>
            <a:off x="0" y="0"/>
            <a:ext cx="12192000" cy="6858000"/>
          </a:xfrm>
          <a:prstGeom prst="rect">
            <a:avLst/>
          </a:prstGeom>
          <a:noFill/>
          <a:ln>
            <a:noFill/>
          </a:ln>
        </p:spPr>
      </p:pic>
      <p:pic>
        <p:nvPicPr>
          <p:cNvPr id="693" name="Google Shape;693;g3f85cc64a8e_0_836"/>
          <p:cNvPicPr preferRelativeResize="0"/>
          <p:nvPr/>
        </p:nvPicPr>
        <p:blipFill rotWithShape="1">
          <a:blip r:embed="rId4">
            <a:alphaModFix/>
          </a:blip>
          <a:srcRect/>
          <a:stretch/>
        </p:blipFill>
        <p:spPr>
          <a:xfrm>
            <a:off x="-157162" y="1214438"/>
            <a:ext cx="162000" cy="157200"/>
          </a:xfrm>
          <a:prstGeom prst="rect">
            <a:avLst/>
          </a:prstGeom>
          <a:noFill/>
          <a:ln>
            <a:noFill/>
          </a:ln>
        </p:spPr>
      </p:pic>
      <p:sp>
        <p:nvSpPr>
          <p:cNvPr id="694" name="Google Shape;694;g3f85cc64a8e_0_836"/>
          <p:cNvSpPr/>
          <p:nvPr/>
        </p:nvSpPr>
        <p:spPr>
          <a:xfrm>
            <a:off x="0" y="28575"/>
            <a:ext cx="12192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708" name="Google Shape;708;g3f85cc64a8e_0_836"/>
          <p:cNvGrpSpPr/>
          <p:nvPr/>
        </p:nvGrpSpPr>
        <p:grpSpPr>
          <a:xfrm>
            <a:off x="5629275" y="6096000"/>
            <a:ext cx="6343650" cy="1076400"/>
            <a:chOff x="5629275" y="6096000"/>
            <a:chExt cx="6343650" cy="1076400"/>
          </a:xfrm>
        </p:grpSpPr>
        <p:pic>
          <p:nvPicPr>
            <p:cNvPr id="709" name="Google Shape;709;g3f85cc64a8e_0_836"/>
            <p:cNvPicPr preferRelativeResize="0"/>
            <p:nvPr/>
          </p:nvPicPr>
          <p:blipFill rotWithShape="1">
            <a:blip r:embed="rId5">
              <a:alphaModFix/>
            </a:blip>
            <a:srcRect l="219" r="10"/>
            <a:stretch/>
          </p:blipFill>
          <p:spPr>
            <a:xfrm>
              <a:off x="8391525" y="6096000"/>
              <a:ext cx="3581400" cy="1076400"/>
            </a:xfrm>
            <a:prstGeom prst="roundRect">
              <a:avLst>
                <a:gd name="adj" fmla="val 0"/>
              </a:avLst>
            </a:prstGeom>
            <a:noFill/>
            <a:ln>
              <a:noFill/>
            </a:ln>
          </p:spPr>
        </p:pic>
        <p:pic>
          <p:nvPicPr>
            <p:cNvPr id="710" name="Google Shape;710;g3f85cc64a8e_0_836"/>
            <p:cNvPicPr preferRelativeResize="0"/>
            <p:nvPr/>
          </p:nvPicPr>
          <p:blipFill rotWithShape="1">
            <a:blip r:embed="rId6">
              <a:alphaModFix/>
            </a:blip>
            <a:srcRect/>
            <a:stretch/>
          </p:blipFill>
          <p:spPr>
            <a:xfrm>
              <a:off x="5629275" y="6238875"/>
              <a:ext cx="928800" cy="619200"/>
            </a:xfrm>
            <a:prstGeom prst="rect">
              <a:avLst/>
            </a:prstGeom>
            <a:noFill/>
            <a:ln>
              <a:noFill/>
            </a:ln>
          </p:spPr>
        </p:pic>
      </p:grpSp>
      <p:sp>
        <p:nvSpPr>
          <p:cNvPr id="711"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State of the Art</a:t>
            </a:r>
          </a:p>
        </p:txBody>
      </p:sp>
      <p:sp>
        <p:nvSpPr>
          <p:cNvPr id="712"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No existing system unifies assurance, quantization and edge evaluation</a:t>
            </a:r>
          </a:p>
        </p:txBody>
      </p:sp>
      <p:graphicFrame>
        <p:nvGraphicFramePr>
          <p:cNvPr id="713" name="Literature comparison table"/>
          <p:cNvGraphicFramePr>
            <a:graphicFrameLocks noGrp="1"/>
          </p:cNvGraphicFramePr>
          <p:nvPr/>
        </p:nvGraphicFramePr>
        <p:xfrm>
          <a:off x="758952" y="1508760"/>
          <a:ext cx="10671045" cy="2377440"/>
        </p:xfrm>
        <a:graphic>
          <a:graphicData uri="http://schemas.openxmlformats.org/drawingml/2006/table">
            <a:tbl>
              <a:tblPr firstRow="1">
                <a:tableStyleId>{5C22544A-7EE6-4342-B048-85BDC9FD1C3A}</a:tableStyleId>
              </a:tblPr>
              <a:tblGrid>
                <a:gridCol w="3154680">
                  <a:extLst>
                    <a:ext uri="{9D8B030D-6E8A-4147-A177-3AD203B41FA5}">
                      <a16:colId xmlns:a16="http://schemas.microsoft.com/office/drawing/2014/main" val="20000"/>
                    </a:ext>
                  </a:extLst>
                </a:gridCol>
                <a:gridCol w="1503273">
                  <a:extLst>
                    <a:ext uri="{9D8B030D-6E8A-4147-A177-3AD203B41FA5}">
                      <a16:colId xmlns:a16="http://schemas.microsoft.com/office/drawing/2014/main" val="20001"/>
                    </a:ext>
                  </a:extLst>
                </a:gridCol>
                <a:gridCol w="1503273">
                  <a:extLst>
                    <a:ext uri="{9D8B030D-6E8A-4147-A177-3AD203B41FA5}">
                      <a16:colId xmlns:a16="http://schemas.microsoft.com/office/drawing/2014/main" val="20002"/>
                    </a:ext>
                  </a:extLst>
                </a:gridCol>
                <a:gridCol w="1503273">
                  <a:extLst>
                    <a:ext uri="{9D8B030D-6E8A-4147-A177-3AD203B41FA5}">
                      <a16:colId xmlns:a16="http://schemas.microsoft.com/office/drawing/2014/main" val="20003"/>
                    </a:ext>
                  </a:extLst>
                </a:gridCol>
                <a:gridCol w="1503273">
                  <a:extLst>
                    <a:ext uri="{9D8B030D-6E8A-4147-A177-3AD203B41FA5}">
                      <a16:colId xmlns:a16="http://schemas.microsoft.com/office/drawing/2014/main" val="20004"/>
                    </a:ext>
                  </a:extLst>
                </a:gridCol>
                <a:gridCol w="1503273">
                  <a:extLst>
                    <a:ext uri="{9D8B030D-6E8A-4147-A177-3AD203B41FA5}">
                      <a16:colId xmlns:a16="http://schemas.microsoft.com/office/drawing/2014/main" val="20005"/>
                    </a:ext>
                  </a:extLst>
                </a:gridCol>
              </a:tblGrid>
              <a:tr h="457200">
                <a:tc>
                  <a:txBody>
                    <a:bodyPr/>
                    <a:lstStyle/>
                    <a:p>
                      <a:pPr marL="0" indent="0" algn="l">
                        <a:spcBef>
                          <a:spcPts val="0"/>
                        </a:spcBef>
                        <a:spcAft>
                          <a:spcPts val="0"/>
                        </a:spcAft>
                        <a:buNone/>
                      </a:pPr>
                      <a:r>
                        <a:rPr sz="1200" b="1" i="0">
                          <a:solidFill>
                            <a:srgbClr val="152B77"/>
                          </a:solidFill>
                          <a:latin typeface="Open Sans"/>
                        </a:rPr>
                        <a:t>System</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EEF2F8"/>
                    </a:solidFill>
                  </a:tcPr>
                </a:tc>
                <a:tc>
                  <a:txBody>
                    <a:bodyPr/>
                    <a:lstStyle/>
                    <a:p>
                      <a:pPr marL="0" indent="0" algn="ctr">
                        <a:spcBef>
                          <a:spcPts val="0"/>
                        </a:spcBef>
                        <a:spcAft>
                          <a:spcPts val="0"/>
                        </a:spcAft>
                        <a:buNone/>
                      </a:pPr>
                      <a:r>
                        <a:rPr sz="1200" b="1" i="0">
                          <a:solidFill>
                            <a:srgbClr val="152B77"/>
                          </a:solidFill>
                          <a:latin typeface="Open Sans"/>
                        </a:rPr>
                        <a:t>Fixed-FPR Eval</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EEF2F8"/>
                    </a:solidFill>
                  </a:tcPr>
                </a:tc>
                <a:tc>
                  <a:txBody>
                    <a:bodyPr/>
                    <a:lstStyle/>
                    <a:p>
                      <a:pPr marL="0" indent="0" algn="ctr">
                        <a:spcBef>
                          <a:spcPts val="0"/>
                        </a:spcBef>
                        <a:spcAft>
                          <a:spcPts val="0"/>
                        </a:spcAft>
                        <a:buNone/>
                      </a:pPr>
                      <a:r>
                        <a:rPr sz="1200" b="1" i="0">
                          <a:solidFill>
                            <a:srgbClr val="152B77"/>
                          </a:solidFill>
                          <a:latin typeface="Open Sans"/>
                        </a:rPr>
                        <a:t>Quantization</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EEF2F8"/>
                    </a:solidFill>
                  </a:tcPr>
                </a:tc>
                <a:tc>
                  <a:txBody>
                    <a:bodyPr/>
                    <a:lstStyle/>
                    <a:p>
                      <a:pPr marL="0" indent="0" algn="ctr">
                        <a:spcBef>
                          <a:spcPts val="0"/>
                        </a:spcBef>
                        <a:spcAft>
                          <a:spcPts val="0"/>
                        </a:spcAft>
                        <a:buNone/>
                      </a:pPr>
                      <a:r>
                        <a:rPr sz="1200" b="1" i="0">
                          <a:solidFill>
                            <a:srgbClr val="152B77"/>
                          </a:solidFill>
                          <a:latin typeface="Open Sans"/>
                        </a:rPr>
                        <a:t>Edge Simulation</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EEF2F8"/>
                    </a:solidFill>
                  </a:tcPr>
                </a:tc>
                <a:tc>
                  <a:txBody>
                    <a:bodyPr/>
                    <a:lstStyle/>
                    <a:p>
                      <a:pPr marL="0" indent="0" algn="ctr">
                        <a:spcBef>
                          <a:spcPts val="0"/>
                        </a:spcBef>
                        <a:spcAft>
                          <a:spcPts val="0"/>
                        </a:spcAft>
                        <a:buNone/>
                      </a:pPr>
                      <a:r>
                        <a:rPr sz="1200" b="1" i="0">
                          <a:solidFill>
                            <a:srgbClr val="152B77"/>
                          </a:solidFill>
                          <a:latin typeface="Open Sans"/>
                        </a:rPr>
                        <a:t>Root-Cause Analysis</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EEF2F8"/>
                    </a:solidFill>
                  </a:tcPr>
                </a:tc>
                <a:tc>
                  <a:txBody>
                    <a:bodyPr/>
                    <a:lstStyle/>
                    <a:p>
                      <a:pPr marL="0" indent="0" algn="ctr">
                        <a:spcBef>
                          <a:spcPts val="0"/>
                        </a:spcBef>
                        <a:spcAft>
                          <a:spcPts val="0"/>
                        </a:spcAft>
                        <a:buNone/>
                      </a:pPr>
                      <a:r>
                        <a:rPr sz="1200" b="1" i="0">
                          <a:solidFill>
                            <a:srgbClr val="152B77"/>
                          </a:solidFill>
                          <a:latin typeface="Open Sans"/>
                        </a:rPr>
                        <a:t>Feature Audit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EEF2F8"/>
                    </a:solidFill>
                  </a:tcPr>
                </a:tc>
                <a:extLst>
                  <a:ext uri="{0D108BD9-81ED-4DB2-BD59-A6C34878D82A}">
                    <a16:rowId xmlns:a16="http://schemas.microsoft.com/office/drawing/2014/main" val="10000"/>
                  </a:ext>
                </a:extLst>
              </a:tr>
              <a:tr h="320040">
                <a:tc>
                  <a:txBody>
                    <a:bodyPr/>
                    <a:lstStyle/>
                    <a:p>
                      <a:pPr marL="0" indent="0" algn="l">
                        <a:spcBef>
                          <a:spcPts val="0"/>
                        </a:spcBef>
                        <a:spcAft>
                          <a:spcPts val="0"/>
                        </a:spcAft>
                        <a:buNone/>
                      </a:pPr>
                      <a:r>
                        <a:rPr sz="1200" b="1" i="0">
                          <a:solidFill>
                            <a:srgbClr val="1E293B"/>
                          </a:solidFill>
                          <a:latin typeface="Open Sans"/>
                        </a:rPr>
                        <a:t>Kitsune (NDSS 2018)</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1" i="0">
                          <a:solidFill>
                            <a:srgbClr val="152B77"/>
                          </a:solidFill>
                          <a:latin typeface="Open Sans"/>
                        </a:rPr>
                        <a:t>✓ RPi 3B</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extLst>
                  <a:ext uri="{0D108BD9-81ED-4DB2-BD59-A6C34878D82A}">
                    <a16:rowId xmlns:a16="http://schemas.microsoft.com/office/drawing/2014/main" val="10001"/>
                  </a:ext>
                </a:extLst>
              </a:tr>
              <a:tr h="320040">
                <a:tc>
                  <a:txBody>
                    <a:bodyPr/>
                    <a:lstStyle/>
                    <a:p>
                      <a:pPr marL="0" indent="0" algn="l">
                        <a:spcBef>
                          <a:spcPts val="0"/>
                        </a:spcBef>
                        <a:spcAft>
                          <a:spcPts val="0"/>
                        </a:spcAft>
                        <a:buNone/>
                      </a:pPr>
                      <a:r>
                        <a:rPr sz="1200" b="1" i="0">
                          <a:solidFill>
                            <a:srgbClr val="1E293B"/>
                          </a:solidFill>
                          <a:latin typeface="Open Sans"/>
                        </a:rPr>
                        <a:t>McLaughlin et al. (2023)</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64748B"/>
                          </a:solidFill>
                          <a:latin typeface="Open Sans"/>
                        </a:rPr>
                        <a:t>Partial</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64748B"/>
                          </a:solidFill>
                          <a:latin typeface="Open Sans"/>
                        </a:rPr>
                        <a:t>Partial</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extLst>
                  <a:ext uri="{0D108BD9-81ED-4DB2-BD59-A6C34878D82A}">
                    <a16:rowId xmlns:a16="http://schemas.microsoft.com/office/drawing/2014/main" val="10002"/>
                  </a:ext>
                </a:extLst>
              </a:tr>
              <a:tr h="320040">
                <a:tc>
                  <a:txBody>
                    <a:bodyPr/>
                    <a:lstStyle/>
                    <a:p>
                      <a:pPr marL="0" indent="0" algn="l">
                        <a:spcBef>
                          <a:spcPts val="0"/>
                        </a:spcBef>
                        <a:spcAft>
                          <a:spcPts val="0"/>
                        </a:spcAft>
                        <a:buNone/>
                      </a:pPr>
                      <a:r>
                        <a:rPr sz="1200" b="1" i="0">
                          <a:solidFill>
                            <a:srgbClr val="1E293B"/>
                          </a:solidFill>
                          <a:latin typeface="Open Sans"/>
                        </a:rPr>
                        <a:t>Sarhan et al. (MoNet 2022)</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64748B"/>
                          </a:solidFill>
                          <a:latin typeface="Open Sans"/>
                        </a:rPr>
                        <a:t>Partial</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extLst>
                  <a:ext uri="{0D108BD9-81ED-4DB2-BD59-A6C34878D82A}">
                    <a16:rowId xmlns:a16="http://schemas.microsoft.com/office/drawing/2014/main" val="10003"/>
                  </a:ext>
                </a:extLst>
              </a:tr>
              <a:tr h="320040">
                <a:tc>
                  <a:txBody>
                    <a:bodyPr/>
                    <a:lstStyle/>
                    <a:p>
                      <a:pPr marL="0" indent="0" algn="l">
                        <a:spcBef>
                          <a:spcPts val="0"/>
                        </a:spcBef>
                        <a:spcAft>
                          <a:spcPts val="0"/>
                        </a:spcAft>
                        <a:buNone/>
                      </a:pPr>
                      <a:r>
                        <a:rPr sz="1200" b="1" i="0">
                          <a:solidFill>
                            <a:srgbClr val="1E293B"/>
                          </a:solidFill>
                          <a:latin typeface="Open Sans"/>
                        </a:rPr>
                        <a:t>Cantone et al. (C&amp;S 2024)</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64748B"/>
                          </a:solidFill>
                          <a:latin typeface="Open Sans"/>
                        </a:rPr>
                        <a:t>Partial</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extLst>
                  <a:ext uri="{0D108BD9-81ED-4DB2-BD59-A6C34878D82A}">
                    <a16:rowId xmlns:a16="http://schemas.microsoft.com/office/drawing/2014/main" val="10004"/>
                  </a:ext>
                </a:extLst>
              </a:tr>
              <a:tr h="320040">
                <a:tc>
                  <a:txBody>
                    <a:bodyPr/>
                    <a:lstStyle/>
                    <a:p>
                      <a:pPr marL="0" indent="0" algn="l">
                        <a:spcBef>
                          <a:spcPts val="0"/>
                        </a:spcBef>
                        <a:spcAft>
                          <a:spcPts val="0"/>
                        </a:spcAft>
                        <a:buNone/>
                      </a:pPr>
                      <a:r>
                        <a:rPr sz="1200" b="1" i="0">
                          <a:solidFill>
                            <a:srgbClr val="1E293B"/>
                          </a:solidFill>
                          <a:latin typeface="Open Sans"/>
                        </a:rPr>
                        <a:t>Jajal et al. (ISSTA 2024)</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64748B"/>
                          </a:solidFill>
                          <a:latin typeface="Open Sans"/>
                        </a:rPr>
                        <a:t>Partial</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1" i="0">
                          <a:solidFill>
                            <a:srgbClr val="152B77"/>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marL="0" indent="0" algn="ctr">
                        <a:spcBef>
                          <a:spcPts val="0"/>
                        </a:spcBef>
                        <a:spcAft>
                          <a:spcPts val="0"/>
                        </a:spcAft>
                        <a:buNone/>
                      </a:pPr>
                      <a:r>
                        <a:rPr sz="1200" b="0" i="0">
                          <a:solidFill>
                            <a:srgbClr val="94A3B8"/>
                          </a:solidFill>
                          <a:latin typeface="Open Sans"/>
                        </a:rPr>
                        <a:t>✗</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extLst>
                  <a:ext uri="{0D108BD9-81ED-4DB2-BD59-A6C34878D82A}">
                    <a16:rowId xmlns:a16="http://schemas.microsoft.com/office/drawing/2014/main" val="10005"/>
                  </a:ext>
                </a:extLst>
              </a:tr>
              <a:tr h="320040">
                <a:tc>
                  <a:txBody>
                    <a:bodyPr/>
                    <a:lstStyle/>
                    <a:p>
                      <a:pPr marL="0" indent="0" algn="l">
                        <a:spcBef>
                          <a:spcPts val="0"/>
                        </a:spcBef>
                        <a:spcAft>
                          <a:spcPts val="0"/>
                        </a:spcAft>
                        <a:buNone/>
                      </a:pPr>
                      <a:r>
                        <a:rPr sz="1200" b="1" i="0">
                          <a:solidFill>
                            <a:srgbClr val="152B77"/>
                          </a:solidFill>
                          <a:latin typeface="Open Sans"/>
                        </a:rPr>
                        <a:t>SEMANTICSHIELD (Ours)</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DE7F3"/>
                    </a:solidFill>
                  </a:tcPr>
                </a:tc>
                <a:tc>
                  <a:txBody>
                    <a:bodyPr/>
                    <a:lstStyle/>
                    <a:p>
                      <a:pPr marL="0" indent="0" algn="ctr">
                        <a:spcBef>
                          <a:spcPts val="0"/>
                        </a:spcBef>
                        <a:spcAft>
                          <a:spcPts val="0"/>
                        </a:spcAft>
                        <a:buNone/>
                      </a:pPr>
                      <a:r>
                        <a:rPr sz="1200" b="1" i="0">
                          <a:solidFill>
                            <a:srgbClr val="152B77"/>
                          </a:solidFill>
                          <a:latin typeface="Open Sans"/>
                        </a:rPr>
                        <a:t>✓ ≤ 0.1%</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DE7F3"/>
                    </a:solidFill>
                  </a:tcPr>
                </a:tc>
                <a:tc>
                  <a:txBody>
                    <a:bodyPr/>
                    <a:lstStyle/>
                    <a:p>
                      <a:pPr marL="0" indent="0" algn="ctr">
                        <a:spcBef>
                          <a:spcPts val="0"/>
                        </a:spcBef>
                        <a:spcAft>
                          <a:spcPts val="0"/>
                        </a:spcAft>
                        <a:buNone/>
                      </a:pPr>
                      <a:r>
                        <a:rPr sz="1200" b="1" i="0">
                          <a:solidFill>
                            <a:srgbClr val="152B77"/>
                          </a:solidFill>
                          <a:latin typeface="Open Sans"/>
                        </a:rPr>
                        <a:t>✓ Full</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DE7F3"/>
                    </a:solidFill>
                  </a:tcPr>
                </a:tc>
                <a:tc>
                  <a:txBody>
                    <a:bodyPr/>
                    <a:lstStyle/>
                    <a:p>
                      <a:pPr marL="0" indent="0" algn="ctr">
                        <a:spcBef>
                          <a:spcPts val="0"/>
                        </a:spcBef>
                        <a:spcAft>
                          <a:spcPts val="0"/>
                        </a:spcAft>
                        <a:buNone/>
                      </a:pPr>
                      <a:r>
                        <a:rPr sz="1200" b="1" i="0">
                          <a:solidFill>
                            <a:srgbClr val="152B77"/>
                          </a:solidFill>
                          <a:latin typeface="Open Sans"/>
                        </a:rPr>
                        <a:t>✓ R0–R3</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DE7F3"/>
                    </a:solidFill>
                  </a:tcPr>
                </a:tc>
                <a:tc>
                  <a:txBody>
                    <a:bodyPr/>
                    <a:lstStyle/>
                    <a:p>
                      <a:pPr marL="0" indent="0" algn="ctr">
                        <a:spcBef>
                          <a:spcPts val="0"/>
                        </a:spcBef>
                        <a:spcAft>
                          <a:spcPts val="0"/>
                        </a:spcAft>
                        <a:buNone/>
                      </a:pPr>
                      <a:r>
                        <a:rPr sz="1200" b="1" i="0">
                          <a:solidFill>
                            <a:srgbClr val="152B77"/>
                          </a:solidFill>
                          <a:latin typeface="Open Sans"/>
                        </a:rPr>
                        <a:t>✓ Yes</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DE7F3"/>
                    </a:solidFill>
                  </a:tcPr>
                </a:tc>
                <a:tc>
                  <a:txBody>
                    <a:bodyPr/>
                    <a:lstStyle/>
                    <a:p>
                      <a:pPr marL="0" indent="0" algn="ctr">
                        <a:spcBef>
                          <a:spcPts val="0"/>
                        </a:spcBef>
                        <a:spcAft>
                          <a:spcPts val="0"/>
                        </a:spcAft>
                        <a:buNone/>
                      </a:pPr>
                      <a:r>
                        <a:rPr sz="1200" b="1" i="0">
                          <a:solidFill>
                            <a:srgbClr val="152B77"/>
                          </a:solidFill>
                          <a:latin typeface="Open Sans"/>
                        </a:rPr>
                        <a:t>✓ κ = 1.0</a:t>
                      </a:r>
                    </a:p>
                  </a:txBody>
                  <a:tcPr marL="73152" marR="73152" marT="27432" marB="27432" anchor="ctr">
                    <a:lnL w="9525">
                      <a:solidFill>
                        <a:srgbClr val="E2E8F0"/>
                      </a:solidFill>
                    </a:lnL>
                    <a:lnR w="9525">
                      <a:solidFill>
                        <a:srgbClr val="E2E8F0"/>
                      </a:solidFill>
                    </a:lnR>
                    <a:lnT w="9525">
                      <a:solidFill>
                        <a:srgbClr val="E2E8F0"/>
                      </a:solidFill>
                    </a:lnT>
                    <a:lnB w="9525">
                      <a:solidFill>
                        <a:srgbClr val="E2E8F0"/>
                      </a:solidFill>
                    </a:lnB>
                    <a:solidFill>
                      <a:srgbClr val="FDE7F3"/>
                    </a:solidFill>
                  </a:tcPr>
                </a:tc>
                <a:extLst>
                  <a:ext uri="{0D108BD9-81ED-4DB2-BD59-A6C34878D82A}">
                    <a16:rowId xmlns:a16="http://schemas.microsoft.com/office/drawing/2014/main" val="10006"/>
                  </a:ext>
                </a:extLst>
              </a:tr>
            </a:tbl>
          </a:graphicData>
        </a:graphic>
      </p:graphicFrame>
      <p:sp>
        <p:nvSpPr>
          <p:cNvPr id="714" name="TextBox 713"/>
          <p:cNvSpPr txBox="1"/>
          <p:nvPr/>
        </p:nvSpPr>
        <p:spPr>
          <a:xfrm>
            <a:off x="758952" y="4023360"/>
            <a:ext cx="10671048" cy="457200"/>
          </a:xfrm>
          <a:prstGeom prst="rect">
            <a:avLst/>
          </a:prstGeom>
          <a:noFill/>
        </p:spPr>
        <p:txBody>
          <a:bodyPr wrap="square" lIns="0" tIns="0" rIns="0" bIns="0" anchor="t">
            <a:spAutoFit/>
          </a:bodyPr>
          <a:lstStyle/>
          <a:p>
            <a:pPr marL="0" indent="0" algn="l">
              <a:spcBef>
                <a:spcPts val="0"/>
              </a:spcBef>
              <a:spcAft>
                <a:spcPts val="0"/>
              </a:spcAft>
              <a:buNone/>
            </a:pPr>
            <a:r>
              <a:rPr sz="1100" b="0" i="1">
                <a:solidFill>
                  <a:srgbClr val="64748B"/>
                </a:solidFill>
                <a:latin typeface="Open Sans"/>
              </a:rPr>
              <a:t>Related work spans 8 pillars: OOD &amp; anomaly detection · deep learning for NIDS · base-rate fallacy · telemetry standards · cross-dataset collapse · edge ML &amp; quantization · ONNX interoperability · adversarial robustness &amp; drift</a:t>
            </a:r>
          </a:p>
        </p:txBody>
      </p:sp>
      <p:sp>
        <p:nvSpPr>
          <p:cNvPr id="715" name="TextBox 714"/>
          <p:cNvSpPr txBox="1"/>
          <p:nvPr/>
        </p:nvSpPr>
        <p:spPr>
          <a:xfrm>
            <a:off x="758952" y="4553712"/>
            <a:ext cx="548640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KEY GAPS IDENTIFIED</a:t>
            </a:r>
          </a:p>
        </p:txBody>
      </p:sp>
      <p:sp>
        <p:nvSpPr>
          <p:cNvPr id="716" name="Gap card 1"/>
          <p:cNvSpPr/>
          <p:nvPr/>
        </p:nvSpPr>
        <p:spPr>
          <a:xfrm>
            <a:off x="758952" y="4864608"/>
            <a:ext cx="3383280" cy="1115568"/>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17" name="TextBox 716"/>
          <p:cNvSpPr txBox="1"/>
          <p:nvPr/>
        </p:nvSpPr>
        <p:spPr>
          <a:xfrm>
            <a:off x="960120" y="4919472"/>
            <a:ext cx="2980944" cy="1024128"/>
          </a:xfrm>
          <a:prstGeom prst="rect">
            <a:avLst/>
          </a:prstGeom>
          <a:noFill/>
        </p:spPr>
        <p:txBody>
          <a:bodyPr wrap="square" lIns="0" tIns="0" rIns="0" bIns="0" anchor="ctr">
            <a:spAutoFit/>
          </a:bodyPr>
          <a:lstStyle/>
          <a:p>
            <a:pPr marL="0" indent="0" algn="l">
              <a:spcBef>
                <a:spcPts val="0"/>
              </a:spcBef>
              <a:spcAft>
                <a:spcPts val="200"/>
              </a:spcAft>
              <a:buNone/>
            </a:pPr>
            <a:r>
              <a:rPr sz="1400" b="1" i="0">
                <a:solidFill>
                  <a:srgbClr val="152B77"/>
                </a:solidFill>
                <a:latin typeface="Open Sans"/>
              </a:rPr>
              <a:t>🔬 Feature Audit</a:t>
            </a:r>
          </a:p>
          <a:p>
            <a:pPr marL="0" indent="0" algn="l">
              <a:spcBef>
                <a:spcPts val="0"/>
              </a:spcBef>
              <a:spcAft>
                <a:spcPts val="0"/>
              </a:spcAft>
              <a:buNone/>
            </a:pPr>
            <a:r>
              <a:rPr sz="1200" b="0" i="0">
                <a:solidFill>
                  <a:srgbClr val="1E293B"/>
                </a:solidFill>
                <a:latin typeface="Open Sans"/>
              </a:rPr>
              <a:t>No field-by-field physical-unit audit separating true domain shift from feature incompatibility</a:t>
            </a:r>
          </a:p>
        </p:txBody>
      </p:sp>
      <p:sp>
        <p:nvSpPr>
          <p:cNvPr id="718" name="Gap card 2"/>
          <p:cNvSpPr/>
          <p:nvPr/>
        </p:nvSpPr>
        <p:spPr>
          <a:xfrm>
            <a:off x="4402836" y="4864608"/>
            <a:ext cx="3383280" cy="1115568"/>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19" name="TextBox 718"/>
          <p:cNvSpPr txBox="1"/>
          <p:nvPr/>
        </p:nvSpPr>
        <p:spPr>
          <a:xfrm>
            <a:off x="4604004" y="4919472"/>
            <a:ext cx="2980944" cy="1024128"/>
          </a:xfrm>
          <a:prstGeom prst="rect">
            <a:avLst/>
          </a:prstGeom>
          <a:noFill/>
        </p:spPr>
        <p:txBody>
          <a:bodyPr wrap="square" lIns="0" tIns="0" rIns="0" bIns="0" anchor="ctr">
            <a:spAutoFit/>
          </a:bodyPr>
          <a:lstStyle/>
          <a:p>
            <a:pPr marL="0" indent="0" algn="l">
              <a:spcBef>
                <a:spcPts val="0"/>
              </a:spcBef>
              <a:spcAft>
                <a:spcPts val="200"/>
              </a:spcAft>
              <a:buNone/>
            </a:pPr>
            <a:r>
              <a:rPr sz="1400" b="1" i="0">
                <a:solidFill>
                  <a:srgbClr val="152B77"/>
                </a:solidFill>
                <a:latin typeface="Open Sans"/>
              </a:rPr>
              <a:t>📦 Quantization</a:t>
            </a:r>
          </a:p>
          <a:p>
            <a:pPr marL="0" indent="0" algn="l">
              <a:spcBef>
                <a:spcPts val="0"/>
              </a:spcBef>
              <a:spcAft>
                <a:spcPts val="0"/>
              </a:spcAft>
              <a:buNone/>
            </a:pPr>
            <a:r>
              <a:rPr sz="1200" b="0" i="0">
                <a:solidFill>
                  <a:srgbClr val="1E293B"/>
                </a:solidFill>
                <a:latin typeface="Open Sans"/>
              </a:rPr>
              <a:t>Standard INT8 collapses on tabular NIDS data from activation outliers, previously undocumented</a:t>
            </a:r>
          </a:p>
        </p:txBody>
      </p:sp>
      <p:sp>
        <p:nvSpPr>
          <p:cNvPr id="720" name="Gap card 3"/>
          <p:cNvSpPr/>
          <p:nvPr/>
        </p:nvSpPr>
        <p:spPr>
          <a:xfrm>
            <a:off x="8046720" y="4864608"/>
            <a:ext cx="3383280" cy="1115568"/>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21" name="TextBox 720"/>
          <p:cNvSpPr txBox="1"/>
          <p:nvPr/>
        </p:nvSpPr>
        <p:spPr>
          <a:xfrm>
            <a:off x="8247888" y="4919472"/>
            <a:ext cx="2980944" cy="1024128"/>
          </a:xfrm>
          <a:prstGeom prst="rect">
            <a:avLst/>
          </a:prstGeom>
          <a:noFill/>
        </p:spPr>
        <p:txBody>
          <a:bodyPr wrap="square" lIns="0" tIns="0" rIns="0" bIns="0" anchor="ctr">
            <a:spAutoFit/>
          </a:bodyPr>
          <a:lstStyle/>
          <a:p>
            <a:pPr marL="0" indent="0" algn="l">
              <a:spcBef>
                <a:spcPts val="0"/>
              </a:spcBef>
              <a:spcAft>
                <a:spcPts val="200"/>
              </a:spcAft>
              <a:buNone/>
            </a:pPr>
            <a:r>
              <a:rPr sz="1400" b="1" i="0">
                <a:solidFill>
                  <a:srgbClr val="152B77"/>
                </a:solidFill>
                <a:latin typeface="Open Sans"/>
              </a:rPr>
              <a:t>📏 Evaluation</a:t>
            </a:r>
          </a:p>
          <a:p>
            <a:pPr marL="0" indent="0" algn="l">
              <a:spcBef>
                <a:spcPts val="0"/>
              </a:spcBef>
              <a:spcAft>
                <a:spcPts val="0"/>
              </a:spcAft>
              <a:buNone/>
            </a:pPr>
            <a:r>
              <a:rPr sz="1200" b="0" i="0">
                <a:solidFill>
                  <a:srgbClr val="1E293B"/>
                </a:solidFill>
                <a:latin typeface="Open Sans"/>
              </a:rPr>
              <a:t>No edge NIDS is evaluated under fixed-FPR operational budgets (≤ 0.1%, ≤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715"/>
        <p:cNvGrpSpPr/>
        <p:nvPr/>
      </p:nvGrpSpPr>
      <p:grpSpPr>
        <a:xfrm>
          <a:off x="0" y="0"/>
          <a:ext cx="0" cy="0"/>
          <a:chOff x="0" y="0"/>
          <a:chExt cx="0" cy="0"/>
        </a:xfrm>
      </p:grpSpPr>
      <p:sp>
        <p:nvSpPr>
          <p:cNvPr id="716" name="Google Shape;716;g3f83be59305_0_18"/>
          <p:cNvSpPr/>
          <p:nvPr/>
        </p:nvSpPr>
        <p:spPr>
          <a:xfrm>
            <a:off x="-127484" y="1242783"/>
            <a:ext cx="100200" cy="100200"/>
          </a:xfrm>
          <a:prstGeom prst="ellipse">
            <a:avLst/>
          </a:prstGeom>
          <a:gradFill>
            <a:gsLst>
              <a:gs pos="0">
                <a:srgbClr val="3E91EC"/>
              </a:gs>
              <a:gs pos="100000">
                <a:srgbClr val="3F96EC"/>
              </a:gs>
            </a:gsLst>
            <a:lin ang="0" scaled="0"/>
          </a:gradFill>
          <a:ln w="57150" cap="flat" cmpd="sng">
            <a:solidFill>
              <a:srgbClr val="146BCB">
                <a:alpha val="30200"/>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lnSpc>
                <a:spcPct val="100000"/>
              </a:lnSpc>
              <a:spcBef>
                <a:spcPts val="0"/>
              </a:spcBef>
              <a:spcAft>
                <a:spcPts val="0"/>
              </a:spcAft>
              <a:buClr>
                <a:schemeClr val="dk1"/>
              </a:buClr>
              <a:buSzPts val="528"/>
              <a:buFont typeface="Calibri"/>
              <a:buNone/>
            </a:pPr>
            <a:endParaRPr sz="528" b="0" i="0" u="none" strike="noStrike" cap="none">
              <a:solidFill>
                <a:srgbClr val="FFFFFF"/>
              </a:solidFill>
              <a:latin typeface="Calibri"/>
              <a:ea typeface="Calibri"/>
              <a:cs typeface="Calibri"/>
              <a:sym typeface="Calibri"/>
            </a:endParaRPr>
          </a:p>
        </p:txBody>
      </p:sp>
      <p:sp>
        <p:nvSpPr>
          <p:cNvPr id="717" name="Google Shape;717;g3f83be59305_0_18"/>
          <p:cNvSpPr/>
          <p:nvPr/>
        </p:nvSpPr>
        <p:spPr>
          <a:xfrm flipH="1">
            <a:off x="-48" y="29902"/>
            <a:ext cx="12189000" cy="42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Arial"/>
              <a:ea typeface="Arial"/>
              <a:cs typeface="Arial"/>
              <a:sym typeface="Arial"/>
            </a:endParaRPr>
          </a:p>
        </p:txBody>
      </p:sp>
      <p:pic>
        <p:nvPicPr>
          <p:cNvPr id="718" name="Google Shape;718;g3f83be59305_0_18" descr="Logo_Blu_Trasparente – CNIT – Consorzio Nazionale Interuniversitario per le  Telecomunicazioni"/>
          <p:cNvPicPr preferRelativeResize="0"/>
          <p:nvPr/>
        </p:nvPicPr>
        <p:blipFill rotWithShape="1">
          <a:blip r:embed="rId4">
            <a:alphaModFix/>
          </a:blip>
          <a:srcRect/>
          <a:stretch/>
        </p:blipFill>
        <p:spPr>
          <a:xfrm>
            <a:off x="8393393" y="6100904"/>
            <a:ext cx="3583367" cy="1075010"/>
          </a:xfrm>
          <a:prstGeom prst="rect">
            <a:avLst/>
          </a:prstGeom>
          <a:noFill/>
          <a:ln>
            <a:noFill/>
          </a:ln>
        </p:spPr>
      </p:pic>
      <p:sp>
        <p:nvSpPr>
          <p:cNvPr id="719" name="Google Shape;719;g3f83be59305_0_18"/>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pic>
        <p:nvPicPr>
          <p:cNvPr id="720" name="Google Shape;720;g3f83be59305_0_18"/>
          <p:cNvPicPr preferRelativeResize="0"/>
          <p:nvPr/>
        </p:nvPicPr>
        <p:blipFill rotWithShape="1">
          <a:blip r:embed="rId5">
            <a:alphaModFix/>
          </a:blip>
          <a:srcRect/>
          <a:stretch/>
        </p:blipFill>
        <p:spPr>
          <a:xfrm>
            <a:off x="5631667" y="6238890"/>
            <a:ext cx="928665" cy="619110"/>
          </a:xfrm>
          <a:prstGeom prst="rect">
            <a:avLst/>
          </a:prstGeom>
          <a:noFill/>
          <a:ln>
            <a:noFill/>
          </a:ln>
        </p:spPr>
      </p:pic>
      <p:sp>
        <p:nvSpPr>
          <p:cNvPr id="721"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Research Goals</a:t>
            </a:r>
          </a:p>
        </p:txBody>
      </p:sp>
      <p:sp>
        <p:nvSpPr>
          <p:cNvPr id="722" name="Aim"/>
          <p:cNvSpPr/>
          <p:nvPr/>
        </p:nvSpPr>
        <p:spPr>
          <a:xfrm>
            <a:off x="758952" y="1143000"/>
            <a:ext cx="10671048" cy="731520"/>
          </a:xfrm>
          <a:prstGeom prst="rect">
            <a:avLst/>
          </a:prstGeom>
          <a:solidFill>
            <a:srgbClr val="F2F2F2"/>
          </a:solidFill>
          <a:ln w="11430">
            <a:solidFill>
              <a:srgbClr val="152B77"/>
            </a:solidFill>
            <a:prstDash val="dash"/>
          </a:ln>
          <a:effectLst/>
        </p:spPr>
        <p:txBody>
          <a:bodyPr rtlCol="0" anchor="ctr"/>
          <a:lstStyle/>
          <a:p>
            <a:pPr algn="ctr"/>
            <a:endParaRPr/>
          </a:p>
        </p:txBody>
      </p:sp>
      <p:sp>
        <p:nvSpPr>
          <p:cNvPr id="723" name="TextBox 722"/>
          <p:cNvSpPr txBox="1"/>
          <p:nvPr/>
        </p:nvSpPr>
        <p:spPr>
          <a:xfrm>
            <a:off x="1033271" y="1143000"/>
            <a:ext cx="10122408" cy="731520"/>
          </a:xfrm>
          <a:prstGeom prst="rect">
            <a:avLst/>
          </a:prstGeom>
          <a:noFill/>
        </p:spPr>
        <p:txBody>
          <a:bodyPr wrap="square" lIns="0" tIns="0" rIns="0" bIns="0" anchor="ctr">
            <a:spAutoFit/>
          </a:bodyPr>
          <a:lstStyle/>
          <a:p>
            <a:pPr marL="0" indent="0" algn="ctr">
              <a:spcBef>
                <a:spcPts val="0"/>
              </a:spcBef>
              <a:spcAft>
                <a:spcPts val="0"/>
              </a:spcAft>
              <a:buNone/>
            </a:pPr>
            <a:r>
              <a:rPr sz="1700" b="1" i="0">
                <a:solidFill>
                  <a:srgbClr val="152B77"/>
                </a:solidFill>
                <a:latin typeface="Open Sans"/>
              </a:rPr>
              <a:t>A lightweight, inline runtime assurance layer in the ONNX graph that catches OOD, corrupted and adversarial inputs before production</a:t>
            </a:r>
          </a:p>
        </p:txBody>
      </p:sp>
      <p:sp>
        <p:nvSpPr>
          <p:cNvPr id="724" name="Goal 1"/>
          <p:cNvSpPr/>
          <p:nvPr/>
        </p:nvSpPr>
        <p:spPr>
          <a:xfrm>
            <a:off x="758952" y="2103120"/>
            <a:ext cx="6903720" cy="71323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25" name="Oval 724"/>
          <p:cNvSpPr/>
          <p:nvPr/>
        </p:nvSpPr>
        <p:spPr>
          <a:xfrm>
            <a:off x="923544" y="2258568"/>
            <a:ext cx="402336" cy="402336"/>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1</a:t>
            </a:r>
          </a:p>
        </p:txBody>
      </p:sp>
      <p:sp>
        <p:nvSpPr>
          <p:cNvPr id="726" name="TextBox 725"/>
          <p:cNvSpPr txBox="1"/>
          <p:nvPr/>
        </p:nvSpPr>
        <p:spPr>
          <a:xfrm>
            <a:off x="1490472" y="2103120"/>
            <a:ext cx="6035040" cy="713232"/>
          </a:xfrm>
          <a:prstGeom prst="rect">
            <a:avLst/>
          </a:prstGeom>
          <a:noFill/>
        </p:spPr>
        <p:txBody>
          <a:bodyPr wrap="square" lIns="0" tIns="0" rIns="0" bIns="0" anchor="ctr">
            <a:spAutoFit/>
          </a:bodyPr>
          <a:lstStyle/>
          <a:p>
            <a:pPr marL="0" indent="0" algn="l">
              <a:spcBef>
                <a:spcPts val="0"/>
              </a:spcBef>
              <a:spcAft>
                <a:spcPts val="0"/>
              </a:spcAft>
              <a:buNone/>
            </a:pPr>
            <a:r>
              <a:rPr sz="1400" b="1" i="0">
                <a:solidFill>
                  <a:srgbClr val="152B77"/>
                </a:solidFill>
                <a:latin typeface="Open Sans"/>
              </a:rPr>
              <a:t>Runtime Assurance Layer</a:t>
            </a:r>
          </a:p>
          <a:p>
            <a:pPr marL="0" indent="0" algn="l">
              <a:spcBef>
                <a:spcPts val="100"/>
              </a:spcBef>
              <a:spcAft>
                <a:spcPts val="0"/>
              </a:spcAft>
              <a:buNone/>
            </a:pPr>
            <a:r>
              <a:rPr sz="1200" b="0" i="0">
                <a:solidFill>
                  <a:srgbClr val="1E293B"/>
                </a:solidFill>
                <a:latin typeface="Open Sans"/>
              </a:rPr>
              <a:t>Inline layer in the ONNX execution graph; detects OOD, corrupted and adversarial inputs</a:t>
            </a:r>
          </a:p>
        </p:txBody>
      </p:sp>
      <p:sp>
        <p:nvSpPr>
          <p:cNvPr id="727" name="Goal 2"/>
          <p:cNvSpPr/>
          <p:nvPr/>
        </p:nvSpPr>
        <p:spPr>
          <a:xfrm>
            <a:off x="758952" y="2884932"/>
            <a:ext cx="6903720" cy="71323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28" name="Oval 727"/>
          <p:cNvSpPr/>
          <p:nvPr/>
        </p:nvSpPr>
        <p:spPr>
          <a:xfrm>
            <a:off x="923544" y="3040379"/>
            <a:ext cx="402336" cy="402336"/>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2</a:t>
            </a:r>
          </a:p>
        </p:txBody>
      </p:sp>
      <p:sp>
        <p:nvSpPr>
          <p:cNvPr id="729" name="TextBox 728"/>
          <p:cNvSpPr txBox="1"/>
          <p:nvPr/>
        </p:nvSpPr>
        <p:spPr>
          <a:xfrm>
            <a:off x="1490472" y="2884932"/>
            <a:ext cx="6035040" cy="713232"/>
          </a:xfrm>
          <a:prstGeom prst="rect">
            <a:avLst/>
          </a:prstGeom>
          <a:noFill/>
        </p:spPr>
        <p:txBody>
          <a:bodyPr wrap="square" lIns="0" tIns="0" rIns="0" bIns="0" anchor="ctr">
            <a:spAutoFit/>
          </a:bodyPr>
          <a:lstStyle/>
          <a:p>
            <a:pPr marL="0" indent="0" algn="l">
              <a:spcBef>
                <a:spcPts val="0"/>
              </a:spcBef>
              <a:spcAft>
                <a:spcPts val="0"/>
              </a:spcAft>
              <a:buNone/>
            </a:pPr>
            <a:r>
              <a:rPr sz="1400" b="1" i="0">
                <a:solidFill>
                  <a:srgbClr val="152B77"/>
                </a:solidFill>
                <a:latin typeface="Open Sans"/>
              </a:rPr>
              <a:t>Edge-Feasible Performance</a:t>
            </a:r>
          </a:p>
          <a:p>
            <a:pPr marL="0" indent="0" algn="l">
              <a:spcBef>
                <a:spcPts val="100"/>
              </a:spcBef>
              <a:spcAft>
                <a:spcPts val="0"/>
              </a:spcAft>
              <a:buNone/>
            </a:pPr>
            <a:r>
              <a:rPr sz="1200" b="0" i="0">
                <a:solidFill>
                  <a:srgbClr val="1E293B"/>
                </a:solidFill>
                <a:latin typeface="Open Sans"/>
              </a:rPr>
              <a:t>≤ 2 ms p95 and ≤ 512 MB under simulated profiles R0–R3 (1–4 vCPUs, 512 MB–2 GB)</a:t>
            </a:r>
          </a:p>
        </p:txBody>
      </p:sp>
      <p:sp>
        <p:nvSpPr>
          <p:cNvPr id="730" name="Goal 3"/>
          <p:cNvSpPr/>
          <p:nvPr/>
        </p:nvSpPr>
        <p:spPr>
          <a:xfrm>
            <a:off x="758952" y="3666744"/>
            <a:ext cx="6903720" cy="71323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31" name="Oval 730"/>
          <p:cNvSpPr/>
          <p:nvPr/>
        </p:nvSpPr>
        <p:spPr>
          <a:xfrm>
            <a:off x="923544" y="3822191"/>
            <a:ext cx="402336" cy="402336"/>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3</a:t>
            </a:r>
          </a:p>
        </p:txBody>
      </p:sp>
      <p:sp>
        <p:nvSpPr>
          <p:cNvPr id="732" name="TextBox 731"/>
          <p:cNvSpPr txBox="1"/>
          <p:nvPr/>
        </p:nvSpPr>
        <p:spPr>
          <a:xfrm>
            <a:off x="1490472" y="3666744"/>
            <a:ext cx="6035040" cy="713232"/>
          </a:xfrm>
          <a:prstGeom prst="rect">
            <a:avLst/>
          </a:prstGeom>
          <a:noFill/>
        </p:spPr>
        <p:txBody>
          <a:bodyPr wrap="square" lIns="0" tIns="0" rIns="0" bIns="0" anchor="ctr">
            <a:spAutoFit/>
          </a:bodyPr>
          <a:lstStyle/>
          <a:p>
            <a:pPr marL="0" indent="0" algn="l">
              <a:spcBef>
                <a:spcPts val="0"/>
              </a:spcBef>
              <a:spcAft>
                <a:spcPts val="0"/>
              </a:spcAft>
              <a:buNone/>
            </a:pPr>
            <a:r>
              <a:rPr sz="1400" b="1" i="0">
                <a:solidFill>
                  <a:srgbClr val="152B77"/>
                </a:solidFill>
                <a:latin typeface="Open Sans"/>
              </a:rPr>
              <a:t>Rigorous Evaluation</a:t>
            </a:r>
          </a:p>
          <a:p>
            <a:pPr marL="0" indent="0" algn="l">
              <a:spcBef>
                <a:spcPts val="100"/>
              </a:spcBef>
              <a:spcAft>
                <a:spcPts val="0"/>
              </a:spcAft>
              <a:buNone/>
            </a:pPr>
            <a:r>
              <a:rPr sz="1200" b="0" i="0">
                <a:solidFill>
                  <a:srgbClr val="1E293B"/>
                </a:solidFill>
                <a:latin typeface="Open Sans"/>
              </a:rPr>
              <a:t>Fixed-FPR budgets (≤ 0.1%, ≤ 1%, ≤ 5%), 5 seeds, 95% bootstrap CIs, cross-dataset tests</a:t>
            </a:r>
          </a:p>
        </p:txBody>
      </p:sp>
      <p:sp>
        <p:nvSpPr>
          <p:cNvPr id="733" name="Goal 4"/>
          <p:cNvSpPr/>
          <p:nvPr/>
        </p:nvSpPr>
        <p:spPr>
          <a:xfrm>
            <a:off x="758952" y="4448556"/>
            <a:ext cx="6903720" cy="71323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34" name="Oval 733"/>
          <p:cNvSpPr/>
          <p:nvPr/>
        </p:nvSpPr>
        <p:spPr>
          <a:xfrm>
            <a:off x="923544" y="4604004"/>
            <a:ext cx="402336" cy="402336"/>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4</a:t>
            </a:r>
          </a:p>
        </p:txBody>
      </p:sp>
      <p:sp>
        <p:nvSpPr>
          <p:cNvPr id="735" name="TextBox 734"/>
          <p:cNvSpPr txBox="1"/>
          <p:nvPr/>
        </p:nvSpPr>
        <p:spPr>
          <a:xfrm>
            <a:off x="1490472" y="4448556"/>
            <a:ext cx="6035040" cy="713232"/>
          </a:xfrm>
          <a:prstGeom prst="rect">
            <a:avLst/>
          </a:prstGeom>
          <a:noFill/>
        </p:spPr>
        <p:txBody>
          <a:bodyPr wrap="square" lIns="0" tIns="0" rIns="0" bIns="0" anchor="ctr">
            <a:spAutoFit/>
          </a:bodyPr>
          <a:lstStyle/>
          <a:p>
            <a:pPr marL="0" indent="0" algn="l">
              <a:spcBef>
                <a:spcPts val="0"/>
              </a:spcBef>
              <a:spcAft>
                <a:spcPts val="0"/>
              </a:spcAft>
              <a:buNone/>
            </a:pPr>
            <a:r>
              <a:rPr sz="1400" b="1" i="0">
                <a:solidFill>
                  <a:srgbClr val="152B77"/>
                </a:solidFill>
                <a:latin typeface="Open Sans"/>
              </a:rPr>
              <a:t>Semantic Feature Reconciliation</a:t>
            </a:r>
          </a:p>
          <a:p>
            <a:pPr marL="0" indent="0" algn="l">
              <a:spcBef>
                <a:spcPts val="100"/>
              </a:spcBef>
              <a:spcAft>
                <a:spcPts val="0"/>
              </a:spcAft>
              <a:buNone/>
            </a:pPr>
            <a:r>
              <a:rPr sz="1200" b="0" i="0">
                <a:solidFill>
                  <a:srgbClr val="1E293B"/>
                </a:solidFill>
                <a:latin typeface="Open Sans"/>
              </a:rPr>
              <a:t>First unit-level audit of NetFlow v9 vs CICFlowMeter: 21 pairs, 4 tiers, κ = 1.0</a:t>
            </a:r>
          </a:p>
        </p:txBody>
      </p:sp>
      <p:sp>
        <p:nvSpPr>
          <p:cNvPr id="736" name="Goal 5"/>
          <p:cNvSpPr/>
          <p:nvPr/>
        </p:nvSpPr>
        <p:spPr>
          <a:xfrm>
            <a:off x="758952" y="5230368"/>
            <a:ext cx="6903720" cy="71323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37" name="Oval 736"/>
          <p:cNvSpPr/>
          <p:nvPr/>
        </p:nvSpPr>
        <p:spPr>
          <a:xfrm>
            <a:off x="923544" y="5385816"/>
            <a:ext cx="402336" cy="402336"/>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5</a:t>
            </a:r>
          </a:p>
        </p:txBody>
      </p:sp>
      <p:sp>
        <p:nvSpPr>
          <p:cNvPr id="738" name="TextBox 737"/>
          <p:cNvSpPr txBox="1"/>
          <p:nvPr/>
        </p:nvSpPr>
        <p:spPr>
          <a:xfrm>
            <a:off x="1490472" y="5230368"/>
            <a:ext cx="6035040" cy="713232"/>
          </a:xfrm>
          <a:prstGeom prst="rect">
            <a:avLst/>
          </a:prstGeom>
          <a:noFill/>
        </p:spPr>
        <p:txBody>
          <a:bodyPr wrap="square" lIns="0" tIns="0" rIns="0" bIns="0" anchor="ctr">
            <a:spAutoFit/>
          </a:bodyPr>
          <a:lstStyle/>
          <a:p>
            <a:pPr marL="0" indent="0" algn="l">
              <a:spcBef>
                <a:spcPts val="0"/>
              </a:spcBef>
              <a:spcAft>
                <a:spcPts val="0"/>
              </a:spcAft>
              <a:buNone/>
            </a:pPr>
            <a:r>
              <a:rPr sz="1400" b="1" i="0">
                <a:solidFill>
                  <a:srgbClr val="152B77"/>
                </a:solidFill>
                <a:latin typeface="Open Sans"/>
              </a:rPr>
              <a:t>Quantization Trade-off Analysis</a:t>
            </a:r>
          </a:p>
          <a:p>
            <a:pPr marL="0" indent="0" algn="l">
              <a:spcBef>
                <a:spcPts val="100"/>
              </a:spcBef>
              <a:spcAft>
                <a:spcPts val="0"/>
              </a:spcAft>
              <a:buNone/>
            </a:pPr>
            <a:r>
              <a:rPr sz="1200" b="0" i="0">
                <a:solidFill>
                  <a:srgbClr val="1E293B"/>
                </a:solidFill>
                <a:latin typeface="Open Sans"/>
              </a:rPr>
              <a:t>Why INT8 fails on tabular flows (activation clipping); weight-only INT4 keeps accuracy</a:t>
            </a:r>
          </a:p>
        </p:txBody>
      </p:sp>
      <p:sp>
        <p:nvSpPr>
          <p:cNvPr id="739" name="TextBox 738"/>
          <p:cNvSpPr txBox="1"/>
          <p:nvPr/>
        </p:nvSpPr>
        <p:spPr>
          <a:xfrm>
            <a:off x="7909560" y="2103120"/>
            <a:ext cx="352044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TARGET DATASETS</a:t>
            </a:r>
          </a:p>
        </p:txBody>
      </p:sp>
      <p:sp>
        <p:nvSpPr>
          <p:cNvPr id="740" name="Dataset 1"/>
          <p:cNvSpPr/>
          <p:nvPr/>
        </p:nvSpPr>
        <p:spPr>
          <a:xfrm>
            <a:off x="7909560" y="2450592"/>
            <a:ext cx="3520440" cy="1069848"/>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41" name="TextBox 740"/>
          <p:cNvSpPr txBox="1"/>
          <p:nvPr/>
        </p:nvSpPr>
        <p:spPr>
          <a:xfrm>
            <a:off x="8110728" y="2450592"/>
            <a:ext cx="3154680" cy="1069848"/>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CSE-CIC-IDS2018</a:t>
            </a:r>
          </a:p>
          <a:p>
            <a:pPr marL="0" indent="0" algn="l">
              <a:spcBef>
                <a:spcPts val="300"/>
              </a:spcBef>
              <a:spcAft>
                <a:spcPts val="0"/>
              </a:spcAft>
              <a:buNone/>
            </a:pPr>
            <a:r>
              <a:rPr sz="1100" b="1" i="0">
                <a:solidFill>
                  <a:srgbClr val="D50581"/>
                </a:solidFill>
                <a:latin typeface="Open Sans"/>
              </a:rPr>
              <a:t>IN-DISTRIBUTION</a:t>
            </a:r>
          </a:p>
          <a:p>
            <a:pPr marL="0" indent="0" algn="l">
              <a:spcBef>
                <a:spcPts val="300"/>
              </a:spcBef>
              <a:spcAft>
                <a:spcPts val="0"/>
              </a:spcAft>
              <a:buNone/>
            </a:pPr>
            <a:r>
              <a:rPr sz="1300" b="0" i="0">
                <a:solidFill>
                  <a:srgbClr val="1E293B"/>
                </a:solidFill>
                <a:latin typeface="Open Sans"/>
              </a:rPr>
              <a:t>Training &amp; evaluation</a:t>
            </a:r>
          </a:p>
        </p:txBody>
      </p:sp>
      <p:sp>
        <p:nvSpPr>
          <p:cNvPr id="742" name="Dataset 2"/>
          <p:cNvSpPr/>
          <p:nvPr/>
        </p:nvSpPr>
        <p:spPr>
          <a:xfrm>
            <a:off x="7909560" y="3611880"/>
            <a:ext cx="3520440" cy="1069848"/>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43" name="TextBox 742"/>
          <p:cNvSpPr txBox="1"/>
          <p:nvPr/>
        </p:nvSpPr>
        <p:spPr>
          <a:xfrm>
            <a:off x="8110728" y="3611880"/>
            <a:ext cx="3154680" cy="1069848"/>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NF-ToN-IoT-v2</a:t>
            </a:r>
          </a:p>
          <a:p>
            <a:pPr marL="0" indent="0" algn="l">
              <a:spcBef>
                <a:spcPts val="300"/>
              </a:spcBef>
              <a:spcAft>
                <a:spcPts val="0"/>
              </a:spcAft>
              <a:buNone/>
            </a:pPr>
            <a:r>
              <a:rPr sz="1100" b="1" i="0">
                <a:solidFill>
                  <a:srgbClr val="D50581"/>
                </a:solidFill>
                <a:latin typeface="Open Sans"/>
              </a:rPr>
              <a:t>OOD · REAL COVARIATE SHIFT</a:t>
            </a:r>
          </a:p>
          <a:p>
            <a:pPr marL="0" indent="0" algn="l">
              <a:spcBef>
                <a:spcPts val="300"/>
              </a:spcBef>
              <a:spcAft>
                <a:spcPts val="0"/>
              </a:spcAft>
              <a:buNone/>
            </a:pPr>
            <a:r>
              <a:rPr sz="1300" b="0" i="0">
                <a:solidFill>
                  <a:srgbClr val="1E293B"/>
                </a:solidFill>
                <a:latin typeface="Open Sans"/>
              </a:rPr>
              <a:t>13.1M flows</a:t>
            </a:r>
          </a:p>
        </p:txBody>
      </p:sp>
      <p:sp>
        <p:nvSpPr>
          <p:cNvPr id="744" name="Dataset 3"/>
          <p:cNvSpPr/>
          <p:nvPr/>
        </p:nvSpPr>
        <p:spPr>
          <a:xfrm>
            <a:off x="7909560" y="4773168"/>
            <a:ext cx="3520440" cy="1069848"/>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45" name="TextBox 744"/>
          <p:cNvSpPr txBox="1"/>
          <p:nvPr/>
        </p:nvSpPr>
        <p:spPr>
          <a:xfrm>
            <a:off x="8110728" y="4773168"/>
            <a:ext cx="3154680" cy="1069848"/>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NF-BoT-IoT-v2</a:t>
            </a:r>
          </a:p>
          <a:p>
            <a:pPr marL="0" indent="0" algn="l">
              <a:spcBef>
                <a:spcPts val="300"/>
              </a:spcBef>
              <a:spcAft>
                <a:spcPts val="0"/>
              </a:spcAft>
              <a:buNone/>
            </a:pPr>
            <a:r>
              <a:rPr sz="1100" b="1" i="0">
                <a:solidFill>
                  <a:srgbClr val="D50581"/>
                </a:solidFill>
                <a:latin typeface="Open Sans"/>
              </a:rPr>
              <a:t>CROSS-DATASET EVALUATION</a:t>
            </a:r>
          </a:p>
          <a:p>
            <a:pPr marL="0" indent="0" algn="l">
              <a:spcBef>
                <a:spcPts val="300"/>
              </a:spcBef>
              <a:spcAft>
                <a:spcPts val="0"/>
              </a:spcAft>
              <a:buNone/>
            </a:pPr>
            <a:r>
              <a:rPr sz="1300" b="0" i="0">
                <a:solidFill>
                  <a:srgbClr val="1E293B"/>
                </a:solidFill>
                <a:latin typeface="Open Sans"/>
              </a:rPr>
              <a:t>30.4M flows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pic>
        <p:nvPicPr>
          <p:cNvPr id="735" name="Google Shape;735;g3f403393bf8_0_190"/>
          <p:cNvPicPr preferRelativeResize="0"/>
          <p:nvPr/>
        </p:nvPicPr>
        <p:blipFill rotWithShape="1">
          <a:blip r:embed="rId3">
            <a:alphaModFix/>
          </a:blip>
          <a:srcRect l="278" r="278"/>
          <a:stretch/>
        </p:blipFill>
        <p:spPr>
          <a:xfrm>
            <a:off x="0" y="0"/>
            <a:ext cx="12192000" cy="6858000"/>
          </a:xfrm>
          <a:prstGeom prst="rect">
            <a:avLst/>
          </a:prstGeom>
          <a:noFill/>
          <a:ln>
            <a:noFill/>
          </a:ln>
        </p:spPr>
      </p:pic>
      <p:sp>
        <p:nvSpPr>
          <p:cNvPr id="736" name="Google Shape;736;g3f403393bf8_0_190"/>
          <p:cNvSpPr/>
          <p:nvPr/>
        </p:nvSpPr>
        <p:spPr>
          <a:xfrm>
            <a:off x="-48" y="29902"/>
            <a:ext cx="12189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766" name="Google Shape;766;g3f403393bf8_0_190"/>
          <p:cNvPicPr preferRelativeResize="0"/>
          <p:nvPr/>
        </p:nvPicPr>
        <p:blipFill rotWithShape="1">
          <a:blip r:embed="rId4">
            <a:alphaModFix/>
          </a:blip>
          <a:srcRect l="30" r="20"/>
          <a:stretch/>
        </p:blipFill>
        <p:spPr>
          <a:xfrm>
            <a:off x="8393392" y="6100905"/>
            <a:ext cx="3583500" cy="1074900"/>
          </a:xfrm>
          <a:prstGeom prst="rect">
            <a:avLst/>
          </a:prstGeom>
          <a:noFill/>
          <a:ln>
            <a:noFill/>
          </a:ln>
        </p:spPr>
      </p:pic>
      <p:pic>
        <p:nvPicPr>
          <p:cNvPr id="767" name="Google Shape;767;g3f403393bf8_0_190"/>
          <p:cNvPicPr preferRelativeResize="0"/>
          <p:nvPr/>
        </p:nvPicPr>
        <p:blipFill rotWithShape="1">
          <a:blip r:embed="rId5">
            <a:alphaModFix/>
          </a:blip>
          <a:srcRect/>
          <a:stretch/>
        </p:blipFill>
        <p:spPr>
          <a:xfrm>
            <a:off x="5631666" y="6238894"/>
            <a:ext cx="928800" cy="619200"/>
          </a:xfrm>
          <a:prstGeom prst="rect">
            <a:avLst/>
          </a:prstGeom>
          <a:noFill/>
          <a:ln>
            <a:noFill/>
          </a:ln>
        </p:spPr>
      </p:pic>
      <p:sp>
        <p:nvSpPr>
          <p:cNvPr id="768"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Methodology</a:t>
            </a:r>
          </a:p>
        </p:txBody>
      </p:sp>
      <p:sp>
        <p:nvSpPr>
          <p:cNvPr id="769"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Data, model, scoring math, calibration and the quantization ladder</a:t>
            </a:r>
          </a:p>
        </p:txBody>
      </p:sp>
      <p:sp>
        <p:nvSpPr>
          <p:cNvPr id="770" name="TextBox 769"/>
          <p:cNvSpPr txBox="1"/>
          <p:nvPr/>
        </p:nvSpPr>
        <p:spPr>
          <a:xfrm>
            <a:off x="758952" y="1371600"/>
            <a:ext cx="338328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01 / DATA PIPELINE</a:t>
            </a:r>
          </a:p>
        </p:txBody>
      </p:sp>
      <p:sp>
        <p:nvSpPr>
          <p:cNvPr id="771" name="Method card 1"/>
          <p:cNvSpPr/>
          <p:nvPr/>
        </p:nvSpPr>
        <p:spPr>
          <a:xfrm>
            <a:off x="758952" y="1691640"/>
            <a:ext cx="3383280" cy="196596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72" name="TextBox 771"/>
          <p:cNvSpPr txBox="1"/>
          <p:nvPr/>
        </p:nvSpPr>
        <p:spPr>
          <a:xfrm>
            <a:off x="960120" y="1810512"/>
            <a:ext cx="2980944" cy="1737360"/>
          </a:xfrm>
          <a:prstGeom prst="rect">
            <a:avLst/>
          </a:prstGeom>
          <a:noFill/>
        </p:spPr>
        <p:txBody>
          <a:bodyPr wrap="square" lIns="0" tIns="0" rIns="0" bIns="0" anchor="ctr">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13 NetFlow features (21 candidates, 8 incompatible removed)</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StandardScaler fit on the CIC-IDS2018 training split</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15-class taxonomy: Benign + 14 attack types</a:t>
            </a:r>
          </a:p>
        </p:txBody>
      </p:sp>
      <p:sp>
        <p:nvSpPr>
          <p:cNvPr id="773" name="TextBox 772"/>
          <p:cNvSpPr txBox="1"/>
          <p:nvPr/>
        </p:nvSpPr>
        <p:spPr>
          <a:xfrm>
            <a:off x="4402836" y="1371600"/>
            <a:ext cx="338328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02 / MODEL</a:t>
            </a:r>
          </a:p>
        </p:txBody>
      </p:sp>
      <p:sp>
        <p:nvSpPr>
          <p:cNvPr id="774" name="Method card 2"/>
          <p:cNvSpPr/>
          <p:nvPr/>
        </p:nvSpPr>
        <p:spPr>
          <a:xfrm>
            <a:off x="4402836" y="1691640"/>
            <a:ext cx="3383280" cy="196596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75" name="TextBox 774"/>
          <p:cNvSpPr txBox="1"/>
          <p:nvPr/>
        </p:nvSpPr>
        <p:spPr>
          <a:xfrm>
            <a:off x="4604004" y="1810512"/>
            <a:ext cx="2980944" cy="1737360"/>
          </a:xfrm>
          <a:prstGeom prst="rect">
            <a:avLst/>
          </a:prstGeom>
          <a:noFill/>
        </p:spPr>
        <p:txBody>
          <a:bodyPr wrap="square" lIns="0" tIns="0" rIns="0" bIns="0" anchor="ctr">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ThreatMLP: 13 → 128 → 64 → 15, BatchNorm + Dropout(0.3)</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Dual-output ONNX graph: logits z ∈ ℝ</a:t>
            </a:r>
            <a:r>
              <a:rPr sz="1250" b="0" i="0" baseline="30000">
                <a:solidFill>
                  <a:srgbClr val="1E293B"/>
                </a:solidFill>
                <a:latin typeface="Open Sans"/>
              </a:rPr>
              <a:t>15</a:t>
            </a:r>
            <a:r>
              <a:rPr sz="1250" b="0" i="0">
                <a:solidFill>
                  <a:srgbClr val="1E293B"/>
                </a:solidFill>
                <a:latin typeface="Open Sans"/>
              </a:rPr>
              <a:t> + embedding e ∈ ℝ</a:t>
            </a:r>
            <a:r>
              <a:rPr sz="1250" b="0" i="0" baseline="30000">
                <a:solidFill>
                  <a:srgbClr val="1E293B"/>
                </a:solidFill>
                <a:latin typeface="Open Sans"/>
              </a:rPr>
              <a:t>64</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46,542 parameters; ThreatCNN1D variant for replication</a:t>
            </a:r>
          </a:p>
        </p:txBody>
      </p:sp>
      <p:sp>
        <p:nvSpPr>
          <p:cNvPr id="776" name="TextBox 775"/>
          <p:cNvSpPr txBox="1"/>
          <p:nvPr/>
        </p:nvSpPr>
        <p:spPr>
          <a:xfrm>
            <a:off x="8046720" y="1371600"/>
            <a:ext cx="338328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03 / CALIBRATION</a:t>
            </a:r>
          </a:p>
        </p:txBody>
      </p:sp>
      <p:sp>
        <p:nvSpPr>
          <p:cNvPr id="777" name="Method card 3"/>
          <p:cNvSpPr/>
          <p:nvPr/>
        </p:nvSpPr>
        <p:spPr>
          <a:xfrm>
            <a:off x="8046720" y="1691640"/>
            <a:ext cx="3383280" cy="196596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78" name="TextBox 777"/>
          <p:cNvSpPr txBox="1"/>
          <p:nvPr/>
        </p:nvSpPr>
        <p:spPr>
          <a:xfrm>
            <a:off x="8247888" y="1810512"/>
            <a:ext cx="2980944" cy="1737360"/>
          </a:xfrm>
          <a:prstGeom prst="rect">
            <a:avLst/>
          </a:prstGeom>
          <a:noFill/>
        </p:spPr>
        <p:txBody>
          <a:bodyPr wrap="square" lIns="0" tIns="0" rIns="0" bIns="0" anchor="ctr">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N = 10,000 benign samples at 5% target FPR</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τ</a:t>
            </a:r>
            <a:r>
              <a:rPr sz="1250" b="0" i="0" baseline="-25000">
                <a:solidFill>
                  <a:srgbClr val="1E293B"/>
                </a:solidFill>
                <a:latin typeface="Open Sans"/>
              </a:rPr>
              <a:t>conf</a:t>
            </a:r>
            <a:r>
              <a:rPr sz="1250" b="0" i="0">
                <a:solidFill>
                  <a:srgbClr val="1E293B"/>
                </a:solidFill>
                <a:latin typeface="Open Sans"/>
              </a:rPr>
              <a:t> = 0.4743 · τ</a:t>
            </a:r>
            <a:r>
              <a:rPr sz="1250" b="0" i="0" baseline="-25000">
                <a:solidFill>
                  <a:srgbClr val="1E293B"/>
                </a:solidFill>
                <a:latin typeface="Open Sans"/>
              </a:rPr>
              <a:t>cos</a:t>
            </a:r>
            <a:r>
              <a:rPr sz="1250" b="0" i="0">
                <a:solidFill>
                  <a:srgbClr val="1E293B"/>
                </a:solidFill>
                <a:latin typeface="Open Sans"/>
              </a:rPr>
              <a:t> = 0.4341 · τ</a:t>
            </a:r>
            <a:r>
              <a:rPr sz="1250" b="0" i="0" baseline="-25000">
                <a:solidFill>
                  <a:srgbClr val="1E293B"/>
                </a:solidFill>
                <a:latin typeface="Open Sans"/>
              </a:rPr>
              <a:t>mahal</a:t>
            </a:r>
            <a:r>
              <a:rPr sz="1250" b="0" i="0">
                <a:solidFill>
                  <a:srgbClr val="1E293B"/>
                </a:solidFill>
                <a:latin typeface="Open Sans"/>
              </a:rPr>
              <a:t> = 18.1593</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Evaluation seeds: 42, 123, 456, 789, 1024</a:t>
            </a:r>
          </a:p>
        </p:txBody>
      </p:sp>
      <p:sp>
        <p:nvSpPr>
          <p:cNvPr id="779" name="TextBox 778"/>
          <p:cNvSpPr txBox="1"/>
          <p:nvPr/>
        </p:nvSpPr>
        <p:spPr>
          <a:xfrm>
            <a:off x="758952" y="3767328"/>
            <a:ext cx="548640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04 / SCORING FORMULATION</a:t>
            </a:r>
          </a:p>
        </p:txBody>
      </p:sp>
      <p:sp>
        <p:nvSpPr>
          <p:cNvPr id="780" name="Formulas card"/>
          <p:cNvSpPr/>
          <p:nvPr/>
        </p:nvSpPr>
        <p:spPr>
          <a:xfrm>
            <a:off x="758952" y="4087368"/>
            <a:ext cx="5852160" cy="1901952"/>
          </a:xfrm>
          <a:prstGeom prst="roundRect">
            <a:avLst>
              <a:gd name="adj" fmla="val 4000"/>
            </a:avLst>
          </a:prstGeom>
          <a:solidFill>
            <a:srgbClr val="1E293B"/>
          </a:solidFill>
          <a:ln>
            <a:noFill/>
          </a:ln>
          <a:effectLst/>
        </p:spPr>
        <p:txBody>
          <a:bodyPr rtlCol="0" anchor="ctr"/>
          <a:lstStyle/>
          <a:p>
            <a:pPr algn="ctr"/>
            <a:endParaRPr/>
          </a:p>
        </p:txBody>
      </p:sp>
      <p:sp>
        <p:nvSpPr>
          <p:cNvPr id="781" name="TextBox 780"/>
          <p:cNvSpPr txBox="1"/>
          <p:nvPr/>
        </p:nvSpPr>
        <p:spPr>
          <a:xfrm>
            <a:off x="960120" y="4215383"/>
            <a:ext cx="1325880" cy="384048"/>
          </a:xfrm>
          <a:prstGeom prst="rect">
            <a:avLst/>
          </a:prstGeom>
          <a:noFill/>
        </p:spPr>
        <p:txBody>
          <a:bodyPr wrap="square" lIns="0" tIns="0" rIns="0" bIns="0" anchor="ctr">
            <a:spAutoFit/>
          </a:bodyPr>
          <a:lstStyle/>
          <a:p>
            <a:pPr marL="0" indent="0" algn="l">
              <a:spcBef>
                <a:spcPts val="0"/>
              </a:spcBef>
              <a:spcAft>
                <a:spcPts val="0"/>
              </a:spcAft>
              <a:buNone/>
            </a:pPr>
            <a:r>
              <a:rPr sz="1200" b="1" i="0">
                <a:solidFill>
                  <a:srgbClr val="FF7AC0"/>
                </a:solidFill>
                <a:latin typeface="Open Sans"/>
              </a:rPr>
              <a:t>Confidence</a:t>
            </a:r>
          </a:p>
        </p:txBody>
      </p:sp>
      <p:sp>
        <p:nvSpPr>
          <p:cNvPr id="782" name="TextBox 781"/>
          <p:cNvSpPr txBox="1"/>
          <p:nvPr/>
        </p:nvSpPr>
        <p:spPr>
          <a:xfrm>
            <a:off x="2313432" y="4215383"/>
            <a:ext cx="4160520" cy="384048"/>
          </a:xfrm>
          <a:prstGeom prst="rect">
            <a:avLst/>
          </a:prstGeom>
          <a:noFill/>
        </p:spPr>
        <p:txBody>
          <a:bodyPr wrap="square" lIns="0" tIns="0" rIns="0" bIns="0" anchor="ctr">
            <a:spAutoFit/>
          </a:bodyPr>
          <a:lstStyle/>
          <a:p>
            <a:pPr marL="0" indent="0" algn="l">
              <a:spcBef>
                <a:spcPts val="0"/>
              </a:spcBef>
              <a:spcAft>
                <a:spcPts val="0"/>
              </a:spcAft>
              <a:buNone/>
            </a:pPr>
            <a:r>
              <a:rPr sz="1300" b="0" i="0">
                <a:solidFill>
                  <a:srgbClr val="FFFFFF"/>
                </a:solidFill>
                <a:latin typeface="Cambria Math"/>
              </a:rPr>
              <a:t>MSP = max</a:t>
            </a:r>
            <a:r>
              <a:rPr sz="1300" b="0" i="0" baseline="-25000">
                <a:solidFill>
                  <a:srgbClr val="FFFFFF"/>
                </a:solidFill>
                <a:latin typeface="Cambria Math"/>
              </a:rPr>
              <a:t>k</a:t>
            </a:r>
            <a:r>
              <a:rPr sz="1300" b="0" i="0">
                <a:solidFill>
                  <a:srgbClr val="FFFFFF"/>
                </a:solidFill>
                <a:latin typeface="Cambria Math"/>
              </a:rPr>
              <a:t> σ(z)</a:t>
            </a:r>
            <a:r>
              <a:rPr sz="1300" b="0" i="0" baseline="-25000">
                <a:solidFill>
                  <a:srgbClr val="FFFFFF"/>
                </a:solidFill>
                <a:latin typeface="Cambria Math"/>
              </a:rPr>
              <a:t>k</a:t>
            </a:r>
          </a:p>
        </p:txBody>
      </p:sp>
      <p:sp>
        <p:nvSpPr>
          <p:cNvPr id="783" name="TextBox 782"/>
          <p:cNvSpPr txBox="1"/>
          <p:nvPr/>
        </p:nvSpPr>
        <p:spPr>
          <a:xfrm>
            <a:off x="960120" y="4626864"/>
            <a:ext cx="1325880" cy="384048"/>
          </a:xfrm>
          <a:prstGeom prst="rect">
            <a:avLst/>
          </a:prstGeom>
          <a:noFill/>
        </p:spPr>
        <p:txBody>
          <a:bodyPr wrap="square" lIns="0" tIns="0" rIns="0" bIns="0" anchor="ctr">
            <a:spAutoFit/>
          </a:bodyPr>
          <a:lstStyle/>
          <a:p>
            <a:pPr marL="0" indent="0" algn="l">
              <a:spcBef>
                <a:spcPts val="0"/>
              </a:spcBef>
              <a:spcAft>
                <a:spcPts val="0"/>
              </a:spcAft>
              <a:buNone/>
            </a:pPr>
            <a:r>
              <a:rPr sz="1200" b="1" i="0">
                <a:solidFill>
                  <a:srgbClr val="FF7AC0"/>
                </a:solidFill>
                <a:latin typeface="Open Sans"/>
              </a:rPr>
              <a:t>Cosine</a:t>
            </a:r>
          </a:p>
        </p:txBody>
      </p:sp>
      <p:sp>
        <p:nvSpPr>
          <p:cNvPr id="784" name="TextBox 783"/>
          <p:cNvSpPr txBox="1"/>
          <p:nvPr/>
        </p:nvSpPr>
        <p:spPr>
          <a:xfrm>
            <a:off x="2313432" y="4626864"/>
            <a:ext cx="4160520" cy="384048"/>
          </a:xfrm>
          <a:prstGeom prst="rect">
            <a:avLst/>
          </a:prstGeom>
          <a:noFill/>
        </p:spPr>
        <p:txBody>
          <a:bodyPr wrap="square" lIns="0" tIns="0" rIns="0" bIns="0" anchor="ctr">
            <a:spAutoFit/>
          </a:bodyPr>
          <a:lstStyle/>
          <a:p>
            <a:pPr marL="0" indent="0" algn="l">
              <a:spcBef>
                <a:spcPts val="0"/>
              </a:spcBef>
              <a:spcAft>
                <a:spcPts val="0"/>
              </a:spcAft>
              <a:buNone/>
            </a:pPr>
            <a:r>
              <a:rPr sz="1300" b="0" i="0">
                <a:solidFill>
                  <a:srgbClr val="FFFFFF"/>
                </a:solidFill>
                <a:latin typeface="Cambria Math"/>
              </a:rPr>
              <a:t>d</a:t>
            </a:r>
            <a:r>
              <a:rPr sz="1300" b="0" i="0" baseline="-25000">
                <a:solidFill>
                  <a:srgbClr val="FFFFFF"/>
                </a:solidFill>
                <a:latin typeface="Cambria Math"/>
              </a:rPr>
              <a:t>cos</a:t>
            </a:r>
            <a:r>
              <a:rPr sz="1300" b="0" i="0">
                <a:solidFill>
                  <a:srgbClr val="FFFFFF"/>
                </a:solidFill>
                <a:latin typeface="Cambria Math"/>
              </a:rPr>
              <a:t>(e) = min</a:t>
            </a:r>
            <a:r>
              <a:rPr sz="1300" b="0" i="0" baseline="-25000">
                <a:solidFill>
                  <a:srgbClr val="FFFFFF"/>
                </a:solidFill>
                <a:latin typeface="Cambria Math"/>
              </a:rPr>
              <a:t>c</a:t>
            </a:r>
            <a:r>
              <a:rPr sz="1300" b="0" i="0">
                <a:solidFill>
                  <a:srgbClr val="FFFFFF"/>
                </a:solidFill>
                <a:latin typeface="Cambria Math"/>
              </a:rPr>
              <a:t> ( 1 − e·μ</a:t>
            </a:r>
            <a:r>
              <a:rPr sz="1300" b="0" i="0" baseline="-25000">
                <a:solidFill>
                  <a:srgbClr val="FFFFFF"/>
                </a:solidFill>
                <a:latin typeface="Cambria Math"/>
              </a:rPr>
              <a:t>c</a:t>
            </a:r>
            <a:r>
              <a:rPr sz="1300" b="0" i="0">
                <a:solidFill>
                  <a:srgbClr val="FFFFFF"/>
                </a:solidFill>
                <a:latin typeface="Cambria Math"/>
              </a:rPr>
              <a:t> / ‖e‖₂‖μ</a:t>
            </a:r>
            <a:r>
              <a:rPr sz="1300" b="0" i="0" baseline="-25000">
                <a:solidFill>
                  <a:srgbClr val="FFFFFF"/>
                </a:solidFill>
                <a:latin typeface="Cambria Math"/>
              </a:rPr>
              <a:t>c</a:t>
            </a:r>
            <a:r>
              <a:rPr sz="1300" b="0" i="0">
                <a:solidFill>
                  <a:srgbClr val="FFFFFF"/>
                </a:solidFill>
                <a:latin typeface="Cambria Math"/>
              </a:rPr>
              <a:t>‖₂ )</a:t>
            </a:r>
          </a:p>
        </p:txBody>
      </p:sp>
      <p:sp>
        <p:nvSpPr>
          <p:cNvPr id="785" name="TextBox 784"/>
          <p:cNvSpPr txBox="1"/>
          <p:nvPr/>
        </p:nvSpPr>
        <p:spPr>
          <a:xfrm>
            <a:off x="960120" y="5038344"/>
            <a:ext cx="1325880" cy="384048"/>
          </a:xfrm>
          <a:prstGeom prst="rect">
            <a:avLst/>
          </a:prstGeom>
          <a:noFill/>
        </p:spPr>
        <p:txBody>
          <a:bodyPr wrap="square" lIns="0" tIns="0" rIns="0" bIns="0" anchor="ctr">
            <a:spAutoFit/>
          </a:bodyPr>
          <a:lstStyle/>
          <a:p>
            <a:pPr marL="0" indent="0" algn="l">
              <a:spcBef>
                <a:spcPts val="0"/>
              </a:spcBef>
              <a:spcAft>
                <a:spcPts val="0"/>
              </a:spcAft>
              <a:buNone/>
            </a:pPr>
            <a:r>
              <a:rPr sz="1200" b="1" i="0">
                <a:solidFill>
                  <a:srgbClr val="FF7AC0"/>
                </a:solidFill>
                <a:latin typeface="Open Sans"/>
              </a:rPr>
              <a:t>Mahalanobis</a:t>
            </a:r>
          </a:p>
        </p:txBody>
      </p:sp>
      <p:sp>
        <p:nvSpPr>
          <p:cNvPr id="786" name="TextBox 785"/>
          <p:cNvSpPr txBox="1"/>
          <p:nvPr/>
        </p:nvSpPr>
        <p:spPr>
          <a:xfrm>
            <a:off x="2313432" y="5038344"/>
            <a:ext cx="4160520" cy="384048"/>
          </a:xfrm>
          <a:prstGeom prst="rect">
            <a:avLst/>
          </a:prstGeom>
          <a:noFill/>
        </p:spPr>
        <p:txBody>
          <a:bodyPr wrap="square" lIns="0" tIns="0" rIns="0" bIns="0" anchor="ctr">
            <a:spAutoFit/>
          </a:bodyPr>
          <a:lstStyle/>
          <a:p>
            <a:pPr marL="0" indent="0" algn="l">
              <a:spcBef>
                <a:spcPts val="0"/>
              </a:spcBef>
              <a:spcAft>
                <a:spcPts val="0"/>
              </a:spcAft>
              <a:buNone/>
            </a:pPr>
            <a:r>
              <a:rPr sz="1300" b="0" i="0">
                <a:solidFill>
                  <a:srgbClr val="FFFFFF"/>
                </a:solidFill>
                <a:latin typeface="Cambria Math"/>
              </a:rPr>
              <a:t>d</a:t>
            </a:r>
            <a:r>
              <a:rPr sz="1300" b="0" i="0" baseline="-25000">
                <a:solidFill>
                  <a:srgbClr val="FFFFFF"/>
                </a:solidFill>
                <a:latin typeface="Cambria Math"/>
              </a:rPr>
              <a:t>mahal</a:t>
            </a:r>
            <a:r>
              <a:rPr sz="1300" b="0" i="0">
                <a:solidFill>
                  <a:srgbClr val="FFFFFF"/>
                </a:solidFill>
                <a:latin typeface="Cambria Math"/>
              </a:rPr>
              <a:t>(e) = min</a:t>
            </a:r>
            <a:r>
              <a:rPr sz="1300" b="0" i="0" baseline="-25000">
                <a:solidFill>
                  <a:srgbClr val="FFFFFF"/>
                </a:solidFill>
                <a:latin typeface="Cambria Math"/>
              </a:rPr>
              <a:t>c</a:t>
            </a:r>
            <a:r>
              <a:rPr sz="1300" b="0" i="0">
                <a:solidFill>
                  <a:srgbClr val="FFFFFF"/>
                </a:solidFill>
                <a:latin typeface="Cambria Math"/>
              </a:rPr>
              <a:t> √( (e − μ</a:t>
            </a:r>
            <a:r>
              <a:rPr sz="1300" b="0" i="0" baseline="-25000">
                <a:solidFill>
                  <a:srgbClr val="FFFFFF"/>
                </a:solidFill>
                <a:latin typeface="Cambria Math"/>
              </a:rPr>
              <a:t>c</a:t>
            </a:r>
            <a:r>
              <a:rPr sz="1300" b="0" i="0">
                <a:solidFill>
                  <a:srgbClr val="FFFFFF"/>
                </a:solidFill>
                <a:latin typeface="Cambria Math"/>
              </a:rPr>
              <a:t>)</a:t>
            </a:r>
            <a:r>
              <a:rPr sz="1300" b="0" i="0" baseline="30000">
                <a:solidFill>
                  <a:srgbClr val="FFFFFF"/>
                </a:solidFill>
                <a:latin typeface="Cambria Math"/>
              </a:rPr>
              <a:t>T</a:t>
            </a:r>
            <a:r>
              <a:rPr sz="1300" b="0" i="0">
                <a:solidFill>
                  <a:srgbClr val="FFFFFF"/>
                </a:solidFill>
                <a:latin typeface="Cambria Math"/>
              </a:rPr>
              <a:t> Σ</a:t>
            </a:r>
            <a:r>
              <a:rPr sz="1300" b="0" i="0" baseline="30000">
                <a:solidFill>
                  <a:srgbClr val="FFFFFF"/>
                </a:solidFill>
                <a:latin typeface="Cambria Math"/>
              </a:rPr>
              <a:t>−1</a:t>
            </a:r>
            <a:r>
              <a:rPr sz="1300" b="0" i="0">
                <a:solidFill>
                  <a:srgbClr val="FFFFFF"/>
                </a:solidFill>
                <a:latin typeface="Cambria Math"/>
              </a:rPr>
              <a:t> (e − μ</a:t>
            </a:r>
            <a:r>
              <a:rPr sz="1300" b="0" i="0" baseline="-25000">
                <a:solidFill>
                  <a:srgbClr val="FFFFFF"/>
                </a:solidFill>
                <a:latin typeface="Cambria Math"/>
              </a:rPr>
              <a:t>c</a:t>
            </a:r>
            <a:r>
              <a:rPr sz="1300" b="0" i="0">
                <a:solidFill>
                  <a:srgbClr val="FFFFFF"/>
                </a:solidFill>
                <a:latin typeface="Cambria Math"/>
              </a:rPr>
              <a:t>) )</a:t>
            </a:r>
          </a:p>
        </p:txBody>
      </p:sp>
      <p:sp>
        <p:nvSpPr>
          <p:cNvPr id="787" name="TextBox 786"/>
          <p:cNvSpPr txBox="1"/>
          <p:nvPr/>
        </p:nvSpPr>
        <p:spPr>
          <a:xfrm>
            <a:off x="960120" y="5449823"/>
            <a:ext cx="1325880" cy="384048"/>
          </a:xfrm>
          <a:prstGeom prst="rect">
            <a:avLst/>
          </a:prstGeom>
          <a:noFill/>
        </p:spPr>
        <p:txBody>
          <a:bodyPr wrap="square" lIns="0" tIns="0" rIns="0" bIns="0" anchor="ctr">
            <a:spAutoFit/>
          </a:bodyPr>
          <a:lstStyle/>
          <a:p>
            <a:pPr marL="0" indent="0" algn="l">
              <a:spcBef>
                <a:spcPts val="0"/>
              </a:spcBef>
              <a:spcAft>
                <a:spcPts val="0"/>
              </a:spcAft>
              <a:buNone/>
            </a:pPr>
            <a:r>
              <a:rPr sz="1200" b="1" i="0">
                <a:solidFill>
                  <a:srgbClr val="FF7AC0"/>
                </a:solidFill>
                <a:latin typeface="Open Sans"/>
              </a:rPr>
              <a:t>Drift score</a:t>
            </a:r>
          </a:p>
        </p:txBody>
      </p:sp>
      <p:sp>
        <p:nvSpPr>
          <p:cNvPr id="788" name="TextBox 787"/>
          <p:cNvSpPr txBox="1"/>
          <p:nvPr/>
        </p:nvSpPr>
        <p:spPr>
          <a:xfrm>
            <a:off x="2313432" y="5449823"/>
            <a:ext cx="4160520" cy="384048"/>
          </a:xfrm>
          <a:prstGeom prst="rect">
            <a:avLst/>
          </a:prstGeom>
          <a:noFill/>
        </p:spPr>
        <p:txBody>
          <a:bodyPr wrap="square" lIns="0" tIns="0" rIns="0" bIns="0" anchor="ctr">
            <a:spAutoFit/>
          </a:bodyPr>
          <a:lstStyle/>
          <a:p>
            <a:pPr marL="0" indent="0" algn="l">
              <a:spcBef>
                <a:spcPts val="0"/>
              </a:spcBef>
              <a:spcAft>
                <a:spcPts val="0"/>
              </a:spcAft>
              <a:buNone/>
            </a:pPr>
            <a:r>
              <a:rPr sz="1300" b="0" i="0">
                <a:solidFill>
                  <a:srgbClr val="FFFFFF"/>
                </a:solidFill>
                <a:latin typeface="Cambria Math"/>
              </a:rPr>
              <a:t>min( max( d</a:t>
            </a:r>
            <a:r>
              <a:rPr sz="1300" b="0" i="0" baseline="-25000">
                <a:solidFill>
                  <a:srgbClr val="FFFFFF"/>
                </a:solidFill>
                <a:latin typeface="Cambria Math"/>
              </a:rPr>
              <a:t>cos</a:t>
            </a:r>
            <a:r>
              <a:rPr sz="1300" b="0" i="0">
                <a:solidFill>
                  <a:srgbClr val="FFFFFF"/>
                </a:solidFill>
                <a:latin typeface="Cambria Math"/>
              </a:rPr>
              <a:t>/τ</a:t>
            </a:r>
            <a:r>
              <a:rPr sz="1300" b="0" i="0" baseline="-25000">
                <a:solidFill>
                  <a:srgbClr val="FFFFFF"/>
                </a:solidFill>
                <a:latin typeface="Cambria Math"/>
              </a:rPr>
              <a:t>cos</a:t>
            </a:r>
            <a:r>
              <a:rPr sz="1300" b="0" i="0">
                <a:solidFill>
                  <a:srgbClr val="FFFFFF"/>
                </a:solidFill>
                <a:latin typeface="Cambria Math"/>
              </a:rPr>
              <a:t>, d</a:t>
            </a:r>
            <a:r>
              <a:rPr sz="1300" b="0" i="0" baseline="-25000">
                <a:solidFill>
                  <a:srgbClr val="FFFFFF"/>
                </a:solidFill>
                <a:latin typeface="Cambria Math"/>
              </a:rPr>
              <a:t>mahal</a:t>
            </a:r>
            <a:r>
              <a:rPr sz="1300" b="0" i="0">
                <a:solidFill>
                  <a:srgbClr val="FFFFFF"/>
                </a:solidFill>
                <a:latin typeface="Cambria Math"/>
              </a:rPr>
              <a:t>/τ</a:t>
            </a:r>
            <a:r>
              <a:rPr sz="1300" b="0" i="0" baseline="-25000">
                <a:solidFill>
                  <a:srgbClr val="FFFFFF"/>
                </a:solidFill>
                <a:latin typeface="Cambria Math"/>
              </a:rPr>
              <a:t>mahal</a:t>
            </a:r>
            <a:r>
              <a:rPr sz="1300" b="0" i="0">
                <a:solidFill>
                  <a:srgbClr val="FFFFFF"/>
                </a:solidFill>
                <a:latin typeface="Cambria Math"/>
              </a:rPr>
              <a:t> ), 2.0 )</a:t>
            </a:r>
          </a:p>
        </p:txBody>
      </p:sp>
      <p:sp>
        <p:nvSpPr>
          <p:cNvPr id="789" name="TextBox 788"/>
          <p:cNvSpPr txBox="1"/>
          <p:nvPr/>
        </p:nvSpPr>
        <p:spPr>
          <a:xfrm>
            <a:off x="6839712" y="3767328"/>
            <a:ext cx="4590288"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05 / QUANTIZATION LADDER</a:t>
            </a:r>
          </a:p>
        </p:txBody>
      </p:sp>
      <p:sp>
        <p:nvSpPr>
          <p:cNvPr id="790" name="Quantization card"/>
          <p:cNvSpPr/>
          <p:nvPr/>
        </p:nvSpPr>
        <p:spPr>
          <a:xfrm>
            <a:off x="6839712" y="4087368"/>
            <a:ext cx="4590288" cy="19019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91" name="TextBox 790"/>
          <p:cNvSpPr txBox="1"/>
          <p:nvPr/>
        </p:nvSpPr>
        <p:spPr>
          <a:xfrm>
            <a:off x="7022592" y="4233672"/>
            <a:ext cx="640080" cy="329184"/>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152B77"/>
                </a:solidFill>
                <a:latin typeface="Open Sans"/>
              </a:rPr>
              <a:t>FP32</a:t>
            </a:r>
          </a:p>
        </p:txBody>
      </p:sp>
      <p:sp>
        <p:nvSpPr>
          <p:cNvPr id="792" name="FP32 size bar"/>
          <p:cNvSpPr/>
          <p:nvPr/>
        </p:nvSpPr>
        <p:spPr>
          <a:xfrm>
            <a:off x="7708392" y="4297680"/>
            <a:ext cx="1828800" cy="201168"/>
          </a:xfrm>
          <a:prstGeom prst="roundRect">
            <a:avLst>
              <a:gd name="adj" fmla="val 30000"/>
            </a:avLst>
          </a:prstGeom>
          <a:solidFill>
            <a:srgbClr val="152B77"/>
          </a:solidFill>
          <a:ln>
            <a:noFill/>
          </a:ln>
          <a:effectLst/>
        </p:spPr>
        <p:txBody>
          <a:bodyPr rtlCol="0" anchor="ctr"/>
          <a:lstStyle/>
          <a:p>
            <a:pPr algn="ctr"/>
            <a:endParaRPr/>
          </a:p>
        </p:txBody>
      </p:sp>
      <p:sp>
        <p:nvSpPr>
          <p:cNvPr id="793" name="TextBox 792"/>
          <p:cNvSpPr txBox="1"/>
          <p:nvPr/>
        </p:nvSpPr>
        <p:spPr>
          <a:xfrm>
            <a:off x="9628632" y="4233672"/>
            <a:ext cx="960120" cy="329184"/>
          </a:xfrm>
          <a:prstGeom prst="rect">
            <a:avLst/>
          </a:prstGeom>
          <a:noFill/>
        </p:spPr>
        <p:txBody>
          <a:bodyPr wrap="square" lIns="0" tIns="0" rIns="0" bIns="0" anchor="ctr">
            <a:spAutoFit/>
          </a:bodyPr>
          <a:lstStyle/>
          <a:p>
            <a:pPr marL="0" indent="0" algn="l">
              <a:spcBef>
                <a:spcPts val="0"/>
              </a:spcBef>
              <a:spcAft>
                <a:spcPts val="0"/>
              </a:spcAft>
              <a:buNone/>
            </a:pPr>
            <a:r>
              <a:rPr sz="1200" b="1" i="0">
                <a:solidFill>
                  <a:srgbClr val="1E293B"/>
                </a:solidFill>
                <a:latin typeface="Open Sans"/>
              </a:rPr>
              <a:t>0.176 MB</a:t>
            </a:r>
          </a:p>
        </p:txBody>
      </p:sp>
      <p:sp>
        <p:nvSpPr>
          <p:cNvPr id="794" name="TextBox 793"/>
          <p:cNvSpPr txBox="1"/>
          <p:nvPr/>
        </p:nvSpPr>
        <p:spPr>
          <a:xfrm>
            <a:off x="10469880" y="4233672"/>
            <a:ext cx="822960" cy="329184"/>
          </a:xfrm>
          <a:prstGeom prst="rect">
            <a:avLst/>
          </a:prstGeom>
          <a:noFill/>
        </p:spPr>
        <p:txBody>
          <a:bodyPr wrap="square" lIns="0" tIns="0" rIns="0" bIns="0" anchor="ctr">
            <a:spAutoFit/>
          </a:bodyPr>
          <a:lstStyle/>
          <a:p>
            <a:pPr marL="0" indent="0" algn="r">
              <a:spcBef>
                <a:spcPts val="0"/>
              </a:spcBef>
              <a:spcAft>
                <a:spcPts val="0"/>
              </a:spcAft>
              <a:buNone/>
            </a:pPr>
            <a:r>
              <a:rPr sz="1200" b="1" i="0">
                <a:solidFill>
                  <a:srgbClr val="64748B"/>
                </a:solidFill>
                <a:latin typeface="Open Sans"/>
              </a:rPr>
              <a:t>baseline</a:t>
            </a:r>
          </a:p>
        </p:txBody>
      </p:sp>
      <p:sp>
        <p:nvSpPr>
          <p:cNvPr id="795" name="TextBox 794"/>
          <p:cNvSpPr txBox="1"/>
          <p:nvPr/>
        </p:nvSpPr>
        <p:spPr>
          <a:xfrm>
            <a:off x="7022592" y="4654296"/>
            <a:ext cx="640080" cy="329184"/>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152B77"/>
                </a:solidFill>
                <a:latin typeface="Open Sans"/>
              </a:rPr>
              <a:t>FP16</a:t>
            </a:r>
          </a:p>
        </p:txBody>
      </p:sp>
      <p:sp>
        <p:nvSpPr>
          <p:cNvPr id="796" name="FP16 size bar"/>
          <p:cNvSpPr/>
          <p:nvPr/>
        </p:nvSpPr>
        <p:spPr>
          <a:xfrm>
            <a:off x="7708392" y="4718304"/>
            <a:ext cx="945572" cy="201168"/>
          </a:xfrm>
          <a:prstGeom prst="roundRect">
            <a:avLst>
              <a:gd name="adj" fmla="val 30000"/>
            </a:avLst>
          </a:prstGeom>
          <a:solidFill>
            <a:srgbClr val="152B77"/>
          </a:solidFill>
          <a:ln>
            <a:noFill/>
          </a:ln>
          <a:effectLst/>
        </p:spPr>
        <p:txBody>
          <a:bodyPr rtlCol="0" anchor="ctr"/>
          <a:lstStyle/>
          <a:p>
            <a:pPr algn="ctr"/>
            <a:endParaRPr/>
          </a:p>
        </p:txBody>
      </p:sp>
      <p:sp>
        <p:nvSpPr>
          <p:cNvPr id="797" name="TextBox 796"/>
          <p:cNvSpPr txBox="1"/>
          <p:nvPr/>
        </p:nvSpPr>
        <p:spPr>
          <a:xfrm>
            <a:off x="8745404" y="4654296"/>
            <a:ext cx="960120" cy="329184"/>
          </a:xfrm>
          <a:prstGeom prst="rect">
            <a:avLst/>
          </a:prstGeom>
          <a:noFill/>
        </p:spPr>
        <p:txBody>
          <a:bodyPr wrap="square" lIns="0" tIns="0" rIns="0" bIns="0" anchor="ctr">
            <a:spAutoFit/>
          </a:bodyPr>
          <a:lstStyle/>
          <a:p>
            <a:pPr marL="0" indent="0" algn="l">
              <a:spcBef>
                <a:spcPts val="0"/>
              </a:spcBef>
              <a:spcAft>
                <a:spcPts val="0"/>
              </a:spcAft>
              <a:buNone/>
            </a:pPr>
            <a:r>
              <a:rPr sz="1200" b="1" i="0">
                <a:solidFill>
                  <a:srgbClr val="1E293B"/>
                </a:solidFill>
                <a:latin typeface="Open Sans"/>
              </a:rPr>
              <a:t>0.091 MB</a:t>
            </a:r>
          </a:p>
        </p:txBody>
      </p:sp>
      <p:sp>
        <p:nvSpPr>
          <p:cNvPr id="798" name="TextBox 797"/>
          <p:cNvSpPr txBox="1"/>
          <p:nvPr/>
        </p:nvSpPr>
        <p:spPr>
          <a:xfrm>
            <a:off x="10469880" y="4654296"/>
            <a:ext cx="822960" cy="329184"/>
          </a:xfrm>
          <a:prstGeom prst="rect">
            <a:avLst/>
          </a:prstGeom>
          <a:noFill/>
        </p:spPr>
        <p:txBody>
          <a:bodyPr wrap="square" lIns="0" tIns="0" rIns="0" bIns="0" anchor="ctr">
            <a:spAutoFit/>
          </a:bodyPr>
          <a:lstStyle/>
          <a:p>
            <a:pPr marL="0" indent="0" algn="r">
              <a:spcBef>
                <a:spcPts val="0"/>
              </a:spcBef>
              <a:spcAft>
                <a:spcPts val="0"/>
              </a:spcAft>
              <a:buNone/>
            </a:pPr>
            <a:r>
              <a:rPr sz="1200" b="1" i="0">
                <a:solidFill>
                  <a:srgbClr val="D50581"/>
                </a:solidFill>
                <a:latin typeface="Open Sans"/>
              </a:rPr>
              <a:t>−48.3%</a:t>
            </a:r>
          </a:p>
        </p:txBody>
      </p:sp>
      <p:sp>
        <p:nvSpPr>
          <p:cNvPr id="799" name="TextBox 798"/>
          <p:cNvSpPr txBox="1"/>
          <p:nvPr/>
        </p:nvSpPr>
        <p:spPr>
          <a:xfrm>
            <a:off x="7022592" y="5074920"/>
            <a:ext cx="640080" cy="329184"/>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152B77"/>
                </a:solidFill>
                <a:latin typeface="Open Sans"/>
              </a:rPr>
              <a:t>INT8</a:t>
            </a:r>
          </a:p>
        </p:txBody>
      </p:sp>
      <p:sp>
        <p:nvSpPr>
          <p:cNvPr id="800" name="INT8 size bar"/>
          <p:cNvSpPr/>
          <p:nvPr/>
        </p:nvSpPr>
        <p:spPr>
          <a:xfrm>
            <a:off x="7708392" y="5138928"/>
            <a:ext cx="498763" cy="201168"/>
          </a:xfrm>
          <a:prstGeom prst="roundRect">
            <a:avLst>
              <a:gd name="adj" fmla="val 30000"/>
            </a:avLst>
          </a:prstGeom>
          <a:solidFill>
            <a:srgbClr val="152B77"/>
          </a:solidFill>
          <a:ln>
            <a:noFill/>
          </a:ln>
          <a:effectLst/>
        </p:spPr>
        <p:txBody>
          <a:bodyPr rtlCol="0" anchor="ctr"/>
          <a:lstStyle/>
          <a:p>
            <a:pPr algn="ctr"/>
            <a:endParaRPr/>
          </a:p>
        </p:txBody>
      </p:sp>
      <p:sp>
        <p:nvSpPr>
          <p:cNvPr id="801" name="TextBox 800"/>
          <p:cNvSpPr txBox="1"/>
          <p:nvPr/>
        </p:nvSpPr>
        <p:spPr>
          <a:xfrm>
            <a:off x="8298595" y="5074920"/>
            <a:ext cx="960120" cy="329184"/>
          </a:xfrm>
          <a:prstGeom prst="rect">
            <a:avLst/>
          </a:prstGeom>
          <a:noFill/>
        </p:spPr>
        <p:txBody>
          <a:bodyPr wrap="square" lIns="0" tIns="0" rIns="0" bIns="0" anchor="ctr">
            <a:spAutoFit/>
          </a:bodyPr>
          <a:lstStyle/>
          <a:p>
            <a:pPr marL="0" indent="0" algn="l">
              <a:spcBef>
                <a:spcPts val="0"/>
              </a:spcBef>
              <a:spcAft>
                <a:spcPts val="0"/>
              </a:spcAft>
              <a:buNone/>
            </a:pPr>
            <a:r>
              <a:rPr sz="1200" b="1" i="0">
                <a:solidFill>
                  <a:srgbClr val="1E293B"/>
                </a:solidFill>
                <a:latin typeface="Open Sans"/>
              </a:rPr>
              <a:t>0.048 MB</a:t>
            </a:r>
          </a:p>
        </p:txBody>
      </p:sp>
      <p:sp>
        <p:nvSpPr>
          <p:cNvPr id="802" name="TextBox 801"/>
          <p:cNvSpPr txBox="1"/>
          <p:nvPr/>
        </p:nvSpPr>
        <p:spPr>
          <a:xfrm>
            <a:off x="10469880" y="5074920"/>
            <a:ext cx="822960" cy="329184"/>
          </a:xfrm>
          <a:prstGeom prst="rect">
            <a:avLst/>
          </a:prstGeom>
          <a:noFill/>
        </p:spPr>
        <p:txBody>
          <a:bodyPr wrap="square" lIns="0" tIns="0" rIns="0" bIns="0" anchor="ctr">
            <a:spAutoFit/>
          </a:bodyPr>
          <a:lstStyle/>
          <a:p>
            <a:pPr marL="0" indent="0" algn="r">
              <a:spcBef>
                <a:spcPts val="0"/>
              </a:spcBef>
              <a:spcAft>
                <a:spcPts val="0"/>
              </a:spcAft>
              <a:buNone/>
            </a:pPr>
            <a:r>
              <a:rPr sz="1200" b="1" i="0">
                <a:solidFill>
                  <a:srgbClr val="D50581"/>
                </a:solidFill>
                <a:latin typeface="Open Sans"/>
              </a:rPr>
              <a:t>−72.7%</a:t>
            </a:r>
          </a:p>
        </p:txBody>
      </p:sp>
      <p:sp>
        <p:nvSpPr>
          <p:cNvPr id="803" name="TextBox 802"/>
          <p:cNvSpPr txBox="1"/>
          <p:nvPr/>
        </p:nvSpPr>
        <p:spPr>
          <a:xfrm>
            <a:off x="7022592" y="5495544"/>
            <a:ext cx="640080" cy="329184"/>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152B77"/>
                </a:solidFill>
                <a:latin typeface="Open Sans"/>
              </a:rPr>
              <a:t>INT4</a:t>
            </a:r>
          </a:p>
        </p:txBody>
      </p:sp>
      <p:sp>
        <p:nvSpPr>
          <p:cNvPr id="804" name="INT4 size bar"/>
          <p:cNvSpPr/>
          <p:nvPr/>
        </p:nvSpPr>
        <p:spPr>
          <a:xfrm>
            <a:off x="7708392" y="5559552"/>
            <a:ext cx="353290" cy="201168"/>
          </a:xfrm>
          <a:prstGeom prst="roundRect">
            <a:avLst>
              <a:gd name="adj" fmla="val 30000"/>
            </a:avLst>
          </a:prstGeom>
          <a:solidFill>
            <a:srgbClr val="D50581"/>
          </a:solidFill>
          <a:ln>
            <a:noFill/>
          </a:ln>
          <a:effectLst/>
        </p:spPr>
        <p:txBody>
          <a:bodyPr rtlCol="0" anchor="ctr"/>
          <a:lstStyle/>
          <a:p>
            <a:pPr algn="ctr"/>
            <a:endParaRPr/>
          </a:p>
        </p:txBody>
      </p:sp>
      <p:sp>
        <p:nvSpPr>
          <p:cNvPr id="805" name="TextBox 804"/>
          <p:cNvSpPr txBox="1"/>
          <p:nvPr/>
        </p:nvSpPr>
        <p:spPr>
          <a:xfrm>
            <a:off x="8153122" y="5495544"/>
            <a:ext cx="960120" cy="329184"/>
          </a:xfrm>
          <a:prstGeom prst="rect">
            <a:avLst/>
          </a:prstGeom>
          <a:noFill/>
        </p:spPr>
        <p:txBody>
          <a:bodyPr wrap="square" lIns="0" tIns="0" rIns="0" bIns="0" anchor="ctr">
            <a:spAutoFit/>
          </a:bodyPr>
          <a:lstStyle/>
          <a:p>
            <a:pPr marL="0" indent="0" algn="l">
              <a:spcBef>
                <a:spcPts val="0"/>
              </a:spcBef>
              <a:spcAft>
                <a:spcPts val="0"/>
              </a:spcAft>
              <a:buNone/>
            </a:pPr>
            <a:r>
              <a:rPr sz="1200" b="1" i="0">
                <a:solidFill>
                  <a:srgbClr val="1E293B"/>
                </a:solidFill>
                <a:latin typeface="Open Sans"/>
              </a:rPr>
              <a:t>0.034 MB</a:t>
            </a:r>
          </a:p>
        </p:txBody>
      </p:sp>
      <p:sp>
        <p:nvSpPr>
          <p:cNvPr id="806" name="TextBox 805"/>
          <p:cNvSpPr txBox="1"/>
          <p:nvPr/>
        </p:nvSpPr>
        <p:spPr>
          <a:xfrm>
            <a:off x="10469880" y="5495544"/>
            <a:ext cx="822960" cy="329184"/>
          </a:xfrm>
          <a:prstGeom prst="rect">
            <a:avLst/>
          </a:prstGeom>
          <a:noFill/>
        </p:spPr>
        <p:txBody>
          <a:bodyPr wrap="square" lIns="0" tIns="0" rIns="0" bIns="0" anchor="ctr">
            <a:spAutoFit/>
          </a:bodyPr>
          <a:lstStyle/>
          <a:p>
            <a:pPr marL="0" indent="0" algn="r">
              <a:spcBef>
                <a:spcPts val="0"/>
              </a:spcBef>
              <a:spcAft>
                <a:spcPts val="0"/>
              </a:spcAft>
              <a:buNone/>
            </a:pPr>
            <a:r>
              <a:rPr sz="1200" b="1" i="0">
                <a:solidFill>
                  <a:srgbClr val="D50581"/>
                </a:solidFill>
                <a:latin typeface="Open Sans"/>
              </a:rPr>
              <a:t>−80.7%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772"/>
        <p:cNvGrpSpPr/>
        <p:nvPr/>
      </p:nvGrpSpPr>
      <p:grpSpPr>
        <a:xfrm>
          <a:off x="0" y="0"/>
          <a:ext cx="0" cy="0"/>
          <a:chOff x="0" y="0"/>
          <a:chExt cx="0" cy="0"/>
        </a:xfrm>
      </p:grpSpPr>
      <p:sp>
        <p:nvSpPr>
          <p:cNvPr id="773" name="Google Shape;773;g3f83be59305_0_36"/>
          <p:cNvSpPr/>
          <p:nvPr/>
        </p:nvSpPr>
        <p:spPr>
          <a:xfrm>
            <a:off x="-127484" y="1242783"/>
            <a:ext cx="100200" cy="100200"/>
          </a:xfrm>
          <a:prstGeom prst="ellipse">
            <a:avLst/>
          </a:prstGeom>
          <a:gradFill>
            <a:gsLst>
              <a:gs pos="0">
                <a:srgbClr val="3E91EC"/>
              </a:gs>
              <a:gs pos="100000">
                <a:srgbClr val="3F96EC"/>
              </a:gs>
            </a:gsLst>
            <a:lin ang="0" scaled="0"/>
          </a:gradFill>
          <a:ln w="57150" cap="flat" cmpd="sng">
            <a:solidFill>
              <a:srgbClr val="146BCB">
                <a:alpha val="30200"/>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lnSpc>
                <a:spcPct val="100000"/>
              </a:lnSpc>
              <a:spcBef>
                <a:spcPts val="0"/>
              </a:spcBef>
              <a:spcAft>
                <a:spcPts val="0"/>
              </a:spcAft>
              <a:buClr>
                <a:schemeClr val="dk1"/>
              </a:buClr>
              <a:buSzPts val="528"/>
              <a:buFont typeface="Calibri"/>
              <a:buNone/>
            </a:pPr>
            <a:endParaRPr sz="528" b="0" i="0" u="none" strike="noStrike" cap="none">
              <a:solidFill>
                <a:srgbClr val="FFFFFF"/>
              </a:solidFill>
              <a:latin typeface="Calibri"/>
              <a:ea typeface="Calibri"/>
              <a:cs typeface="Calibri"/>
              <a:sym typeface="Calibri"/>
            </a:endParaRPr>
          </a:p>
        </p:txBody>
      </p:sp>
      <p:sp>
        <p:nvSpPr>
          <p:cNvPr id="774" name="Google Shape;774;g3f83be59305_0_36"/>
          <p:cNvSpPr/>
          <p:nvPr/>
        </p:nvSpPr>
        <p:spPr>
          <a:xfrm flipH="1">
            <a:off x="-48" y="29902"/>
            <a:ext cx="12189000" cy="42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Arial"/>
              <a:ea typeface="Arial"/>
              <a:cs typeface="Arial"/>
              <a:sym typeface="Arial"/>
            </a:endParaRPr>
          </a:p>
        </p:txBody>
      </p:sp>
      <p:pic>
        <p:nvPicPr>
          <p:cNvPr id="775" name="Google Shape;775;g3f83be59305_0_36" descr="Logo_Blu_Trasparente – CNIT – Consorzio Nazionale Interuniversitario per le  Telecomunicazioni"/>
          <p:cNvPicPr preferRelativeResize="0"/>
          <p:nvPr/>
        </p:nvPicPr>
        <p:blipFill rotWithShape="1">
          <a:blip r:embed="rId4">
            <a:alphaModFix/>
          </a:blip>
          <a:srcRect/>
          <a:stretch/>
        </p:blipFill>
        <p:spPr>
          <a:xfrm>
            <a:off x="8393393" y="6100904"/>
            <a:ext cx="3583367" cy="1075010"/>
          </a:xfrm>
          <a:prstGeom prst="rect">
            <a:avLst/>
          </a:prstGeom>
          <a:noFill/>
          <a:ln>
            <a:noFill/>
          </a:ln>
        </p:spPr>
      </p:pic>
      <p:sp>
        <p:nvSpPr>
          <p:cNvPr id="776" name="Google Shape;776;g3f83be59305_0_36"/>
          <p:cNvSpPr txBox="1">
            <a:spLocks noGrp="1"/>
          </p:cNvSpPr>
          <p:nvPr>
            <p:ph type="sldNum" idx="12"/>
          </p:nvPr>
        </p:nvSpPr>
        <p:spPr>
          <a:xfrm>
            <a:off x="11719332" y="6655716"/>
            <a:ext cx="364200" cy="12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a:t>
            </a:fld>
            <a:endParaRPr/>
          </a:p>
        </p:txBody>
      </p:sp>
      <p:pic>
        <p:nvPicPr>
          <p:cNvPr id="777" name="Google Shape;777;g3f83be59305_0_36"/>
          <p:cNvPicPr preferRelativeResize="0"/>
          <p:nvPr/>
        </p:nvPicPr>
        <p:blipFill rotWithShape="1">
          <a:blip r:embed="rId5">
            <a:alphaModFix/>
          </a:blip>
          <a:srcRect/>
          <a:stretch/>
        </p:blipFill>
        <p:spPr>
          <a:xfrm>
            <a:off x="5631667" y="6238890"/>
            <a:ext cx="928665" cy="619110"/>
          </a:xfrm>
          <a:prstGeom prst="rect">
            <a:avLst/>
          </a:prstGeom>
          <a:noFill/>
          <a:ln>
            <a:noFill/>
          </a:ln>
        </p:spPr>
      </p:pic>
      <p:sp>
        <p:nvSpPr>
          <p:cNvPr id="778"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System Architecture</a:t>
            </a:r>
          </a:p>
        </p:txBody>
      </p:sp>
      <p:sp>
        <p:nvSpPr>
          <p:cNvPr id="779"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Five stages: deterministic validation first, then two independent anomaly signals</a:t>
            </a:r>
          </a:p>
        </p:txBody>
      </p:sp>
      <p:sp>
        <p:nvSpPr>
          <p:cNvPr id="780" name="Input"/>
          <p:cNvSpPr/>
          <p:nvPr/>
        </p:nvSpPr>
        <p:spPr>
          <a:xfrm>
            <a:off x="758952" y="1481328"/>
            <a:ext cx="2240280" cy="384048"/>
          </a:xfrm>
          <a:prstGeom prst="roundRect">
            <a:avLst>
              <a:gd name="adj" fmla="val 30000"/>
            </a:avLst>
          </a:prstGeom>
          <a:solidFill>
            <a:srgbClr val="152B77"/>
          </a:solidFill>
          <a:ln>
            <a:noFill/>
          </a:ln>
          <a:effectLst/>
        </p:spPr>
        <p:txBody>
          <a:bodyPr rtlCol="0" anchor="ctr"/>
          <a:lstStyle/>
          <a:p>
            <a:pPr algn="ctr"/>
            <a:endParaRPr/>
          </a:p>
        </p:txBody>
      </p:sp>
      <p:sp>
        <p:nvSpPr>
          <p:cNvPr id="781" name="TextBox 780"/>
          <p:cNvSpPr txBox="1"/>
          <p:nvPr/>
        </p:nvSpPr>
        <p:spPr>
          <a:xfrm>
            <a:off x="758952" y="1481328"/>
            <a:ext cx="2240280" cy="384048"/>
          </a:xfrm>
          <a:prstGeom prst="rect">
            <a:avLst/>
          </a:prstGeom>
          <a:noFill/>
        </p:spPr>
        <p:txBody>
          <a:bodyPr wrap="square" lIns="0" tIns="0" rIns="0" bIns="0" anchor="ctr">
            <a:spAutoFit/>
          </a:bodyPr>
          <a:lstStyle/>
          <a:p>
            <a:pPr marL="0" indent="0" algn="ctr">
              <a:spcBef>
                <a:spcPts val="0"/>
              </a:spcBef>
              <a:spcAft>
                <a:spcPts val="0"/>
              </a:spcAft>
              <a:buNone/>
            </a:pPr>
            <a:r>
              <a:rPr sz="1200" b="1" i="0">
                <a:solidFill>
                  <a:srgbClr val="FFFFFF"/>
                </a:solidFill>
                <a:latin typeface="Open Sans"/>
              </a:rPr>
              <a:t>INPUT · 13 features</a:t>
            </a:r>
          </a:p>
        </p:txBody>
      </p:sp>
      <p:sp>
        <p:nvSpPr>
          <p:cNvPr id="782" name="Output"/>
          <p:cNvSpPr/>
          <p:nvPr/>
        </p:nvSpPr>
        <p:spPr>
          <a:xfrm>
            <a:off x="8339327" y="1481328"/>
            <a:ext cx="3090672" cy="384048"/>
          </a:xfrm>
          <a:prstGeom prst="roundRect">
            <a:avLst>
              <a:gd name="adj" fmla="val 30000"/>
            </a:avLst>
          </a:prstGeom>
          <a:solidFill>
            <a:srgbClr val="152B77"/>
          </a:solidFill>
          <a:ln>
            <a:noFill/>
          </a:ln>
          <a:effectLst/>
        </p:spPr>
        <p:txBody>
          <a:bodyPr rtlCol="0" anchor="ctr"/>
          <a:lstStyle/>
          <a:p>
            <a:pPr algn="ctr"/>
            <a:endParaRPr/>
          </a:p>
        </p:txBody>
      </p:sp>
      <p:sp>
        <p:nvSpPr>
          <p:cNvPr id="783" name="TextBox 782"/>
          <p:cNvSpPr txBox="1"/>
          <p:nvPr/>
        </p:nvSpPr>
        <p:spPr>
          <a:xfrm>
            <a:off x="8339327" y="1481328"/>
            <a:ext cx="3090672" cy="384048"/>
          </a:xfrm>
          <a:prstGeom prst="rect">
            <a:avLst/>
          </a:prstGeom>
          <a:noFill/>
        </p:spPr>
        <p:txBody>
          <a:bodyPr wrap="square" lIns="0" tIns="0" rIns="0" bIns="0" anchor="ctr">
            <a:spAutoFit/>
          </a:bodyPr>
          <a:lstStyle/>
          <a:p>
            <a:pPr marL="0" indent="0" algn="ctr">
              <a:spcBef>
                <a:spcPts val="0"/>
              </a:spcBef>
              <a:spcAft>
                <a:spcPts val="0"/>
              </a:spcAft>
              <a:buNone/>
            </a:pPr>
            <a:r>
              <a:rPr sz="1200" b="1" i="0">
                <a:solidFill>
                  <a:srgbClr val="FFFFFF"/>
                </a:solidFill>
                <a:latin typeface="Open Sans"/>
              </a:rPr>
              <a:t>OUTPUT · Assurance verdict &amp; alert</a:t>
            </a:r>
          </a:p>
        </p:txBody>
      </p:sp>
      <p:sp>
        <p:nvSpPr>
          <p:cNvPr id="784" name="Down Arrow 783"/>
          <p:cNvSpPr/>
          <p:nvPr/>
        </p:nvSpPr>
        <p:spPr>
          <a:xfrm>
            <a:off x="1769364" y="1892807"/>
            <a:ext cx="219456" cy="246888"/>
          </a:xfrm>
          <a:prstGeom prst="downArrow">
            <a:avLst/>
          </a:prstGeom>
          <a:solidFill>
            <a:srgbClr val="152B77"/>
          </a:solidFill>
          <a:ln>
            <a:noFill/>
          </a:ln>
          <a:effectLst/>
        </p:spPr>
        <p:txBody>
          <a:bodyPr rtlCol="0" anchor="ctr"/>
          <a:lstStyle/>
          <a:p>
            <a:pPr algn="ctr"/>
            <a:endParaRPr/>
          </a:p>
        </p:txBody>
      </p:sp>
      <p:sp>
        <p:nvSpPr>
          <p:cNvPr id="785" name="Up Arrow 784"/>
          <p:cNvSpPr/>
          <p:nvPr/>
        </p:nvSpPr>
        <p:spPr>
          <a:xfrm>
            <a:off x="9774936" y="1892807"/>
            <a:ext cx="219456" cy="246888"/>
          </a:xfrm>
          <a:prstGeom prst="upArrow">
            <a:avLst/>
          </a:prstGeom>
          <a:solidFill>
            <a:srgbClr val="152B77"/>
          </a:solidFill>
          <a:ln>
            <a:noFill/>
          </a:ln>
          <a:effectLst/>
        </p:spPr>
        <p:txBody>
          <a:bodyPr rtlCol="0" anchor="ctr"/>
          <a:lstStyle/>
          <a:p>
            <a:pPr algn="ctr"/>
            <a:endParaRPr/>
          </a:p>
        </p:txBody>
      </p:sp>
      <p:sp>
        <p:nvSpPr>
          <p:cNvPr id="786" name="Stage 1"/>
          <p:cNvSpPr/>
          <p:nvPr/>
        </p:nvSpPr>
        <p:spPr>
          <a:xfrm>
            <a:off x="758952" y="2194560"/>
            <a:ext cx="2240280" cy="260604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87" name="Oval 786"/>
          <p:cNvSpPr/>
          <p:nvPr/>
        </p:nvSpPr>
        <p:spPr>
          <a:xfrm>
            <a:off x="896112" y="2331720"/>
            <a:ext cx="347472" cy="347472"/>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1</a:t>
            </a:r>
          </a:p>
        </p:txBody>
      </p:sp>
      <p:sp>
        <p:nvSpPr>
          <p:cNvPr id="788" name="TextBox 787"/>
          <p:cNvSpPr txBox="1"/>
          <p:nvPr/>
        </p:nvSpPr>
        <p:spPr>
          <a:xfrm>
            <a:off x="1325880" y="2267712"/>
            <a:ext cx="1581912" cy="475488"/>
          </a:xfrm>
          <a:prstGeom prst="rect">
            <a:avLst/>
          </a:prstGeom>
          <a:noFill/>
        </p:spPr>
        <p:txBody>
          <a:bodyPr wrap="square" lIns="0" tIns="0" rIns="0" bIns="0" anchor="ctr">
            <a:spAutoFit/>
          </a:bodyPr>
          <a:lstStyle/>
          <a:p>
            <a:pPr marL="0" indent="0" algn="l">
              <a:lnSpc>
                <a:spcPct val="90000"/>
              </a:lnSpc>
              <a:spcBef>
                <a:spcPts val="0"/>
              </a:spcBef>
              <a:spcAft>
                <a:spcPts val="0"/>
              </a:spcAft>
              <a:buNone/>
            </a:pPr>
            <a:r>
              <a:rPr sz="1300" b="1" i="0">
                <a:solidFill>
                  <a:srgbClr val="152B77"/>
                </a:solidFill>
                <a:latin typeface="Open Sans"/>
              </a:rPr>
              <a:t>Pre-Inference InputValidator</a:t>
            </a:r>
          </a:p>
        </p:txBody>
      </p:sp>
      <p:sp>
        <p:nvSpPr>
          <p:cNvPr id="789" name="TextBox 788"/>
          <p:cNvSpPr txBox="1"/>
          <p:nvPr/>
        </p:nvSpPr>
        <p:spPr>
          <a:xfrm>
            <a:off x="923544" y="2852928"/>
            <a:ext cx="1929384" cy="1874519"/>
          </a:xfrm>
          <a:prstGeom prst="rect">
            <a:avLst/>
          </a:prstGeom>
          <a:noFill/>
        </p:spPr>
        <p:txBody>
          <a:bodyPr wrap="square" lIns="0" tIns="0" rIns="0" bIns="0" anchor="t">
            <a:spAutoFit/>
          </a:bodyPr>
          <a:lstStyle/>
          <a:p>
            <a:pPr marL="219456" indent="-219456" algn="l">
              <a:spcBef>
                <a:spcPts val="0"/>
              </a:spcBef>
              <a:spcAft>
                <a:spcPts val="400"/>
              </a:spcAft>
              <a:buClr>
                <a:srgbClr val="D50581"/>
              </a:buClr>
              <a:buSzPct val="70000"/>
              <a:buFont typeface="Arial"/>
              <a:buChar char="●"/>
            </a:pPr>
            <a:r>
              <a:rPr sz="1200" b="0" i="0">
                <a:solidFill>
                  <a:srgbClr val="1E293B"/>
                </a:solidFill>
                <a:latin typeface="Open Sans"/>
              </a:rPr>
              <a:t>IEEE-754 NaN/Inf rejection</a:t>
            </a:r>
          </a:p>
          <a:p>
            <a:pPr marL="219456" indent="-219456" algn="l">
              <a:spcBef>
                <a:spcPts val="0"/>
              </a:spcBef>
              <a:spcAft>
                <a:spcPts val="400"/>
              </a:spcAft>
              <a:buClr>
                <a:srgbClr val="D50581"/>
              </a:buClr>
              <a:buSzPct val="70000"/>
              <a:buFont typeface="Arial"/>
              <a:buChar char="●"/>
            </a:pPr>
            <a:r>
              <a:rPr sz="1200" b="0" i="0">
                <a:solidFill>
                  <a:srgbClr val="1E293B"/>
                </a:solidFill>
                <a:latin typeface="Open Sans"/>
              </a:rPr>
              <a:t>Zero-fill ratio check (≥ 80%)</a:t>
            </a:r>
          </a:p>
          <a:p>
            <a:pPr marL="219456" indent="-219456" algn="l">
              <a:spcBef>
                <a:spcPts val="0"/>
              </a:spcBef>
              <a:spcAft>
                <a:spcPts val="400"/>
              </a:spcAft>
              <a:buClr>
                <a:srgbClr val="D50581"/>
              </a:buClr>
              <a:buSzPct val="70000"/>
              <a:buFont typeface="Arial"/>
              <a:buChar char="●"/>
            </a:pPr>
            <a:r>
              <a:rPr sz="1200" b="0" i="0">
                <a:solidFill>
                  <a:srgbClr val="1E293B"/>
                </a:solidFill>
                <a:latin typeface="Open Sans"/>
              </a:rPr>
              <a:t>Physical feature bounds &amp; range checks</a:t>
            </a:r>
          </a:p>
        </p:txBody>
      </p:sp>
      <p:sp>
        <p:nvSpPr>
          <p:cNvPr id="790" name="Stage 2"/>
          <p:cNvSpPr/>
          <p:nvPr/>
        </p:nvSpPr>
        <p:spPr>
          <a:xfrm>
            <a:off x="3300984" y="2194560"/>
            <a:ext cx="2103120" cy="260604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91" name="Oval 790"/>
          <p:cNvSpPr/>
          <p:nvPr/>
        </p:nvSpPr>
        <p:spPr>
          <a:xfrm>
            <a:off x="3438144" y="2331720"/>
            <a:ext cx="347472" cy="347472"/>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2</a:t>
            </a:r>
          </a:p>
        </p:txBody>
      </p:sp>
      <p:sp>
        <p:nvSpPr>
          <p:cNvPr id="792" name="TextBox 791"/>
          <p:cNvSpPr txBox="1"/>
          <p:nvPr/>
        </p:nvSpPr>
        <p:spPr>
          <a:xfrm>
            <a:off x="3867911" y="2267712"/>
            <a:ext cx="1444751" cy="475488"/>
          </a:xfrm>
          <a:prstGeom prst="rect">
            <a:avLst/>
          </a:prstGeom>
          <a:noFill/>
        </p:spPr>
        <p:txBody>
          <a:bodyPr wrap="square" lIns="0" tIns="0" rIns="0" bIns="0" anchor="ctr">
            <a:spAutoFit/>
          </a:bodyPr>
          <a:lstStyle/>
          <a:p>
            <a:pPr marL="0" indent="0" algn="l">
              <a:lnSpc>
                <a:spcPct val="90000"/>
              </a:lnSpc>
              <a:spcBef>
                <a:spcPts val="0"/>
              </a:spcBef>
              <a:spcAft>
                <a:spcPts val="0"/>
              </a:spcAft>
              <a:buNone/>
            </a:pPr>
            <a:r>
              <a:rPr sz="1300" b="1" i="0">
                <a:solidFill>
                  <a:srgbClr val="152B77"/>
                </a:solidFill>
                <a:latin typeface="Open Sans"/>
              </a:rPr>
              <a:t>Dual-Output ONNX Runtime</a:t>
            </a:r>
          </a:p>
        </p:txBody>
      </p:sp>
      <p:sp>
        <p:nvSpPr>
          <p:cNvPr id="793" name="TextBox 792"/>
          <p:cNvSpPr txBox="1"/>
          <p:nvPr/>
        </p:nvSpPr>
        <p:spPr>
          <a:xfrm>
            <a:off x="3465576" y="2852928"/>
            <a:ext cx="1792223" cy="1874519"/>
          </a:xfrm>
          <a:prstGeom prst="rect">
            <a:avLst/>
          </a:prstGeom>
          <a:noFill/>
        </p:spPr>
        <p:txBody>
          <a:bodyPr wrap="square" lIns="0" tIns="0" rIns="0" bIns="0" anchor="t">
            <a:spAutoFit/>
          </a:bodyPr>
          <a:lstStyle/>
          <a:p>
            <a:pPr marL="219456" indent="-219456" algn="l">
              <a:spcBef>
                <a:spcPts val="0"/>
              </a:spcBef>
              <a:spcAft>
                <a:spcPts val="400"/>
              </a:spcAft>
              <a:buClr>
                <a:srgbClr val="D50581"/>
              </a:buClr>
              <a:buSzPct val="70000"/>
              <a:buFont typeface="Arial"/>
              <a:buChar char="●"/>
            </a:pPr>
            <a:r>
              <a:rPr sz="1200" b="0" i="0">
                <a:solidFill>
                  <a:srgbClr val="1E293B"/>
                </a:solidFill>
                <a:latin typeface="Open Sans"/>
              </a:rPr>
              <a:t>Threat logits z ∈ ℝ</a:t>
            </a:r>
            <a:r>
              <a:rPr sz="1200" b="0" i="0" baseline="30000">
                <a:solidFill>
                  <a:srgbClr val="1E293B"/>
                </a:solidFill>
                <a:latin typeface="Open Sans"/>
              </a:rPr>
              <a:t>15</a:t>
            </a:r>
          </a:p>
          <a:p>
            <a:pPr marL="219456" indent="-219456" algn="l">
              <a:spcBef>
                <a:spcPts val="0"/>
              </a:spcBef>
              <a:spcAft>
                <a:spcPts val="400"/>
              </a:spcAft>
              <a:buClr>
                <a:srgbClr val="D50581"/>
              </a:buClr>
              <a:buSzPct val="70000"/>
              <a:buFont typeface="Arial"/>
              <a:buChar char="●"/>
            </a:pPr>
            <a:r>
              <a:rPr sz="1200" b="0" i="0">
                <a:solidFill>
                  <a:srgbClr val="1E293B"/>
                </a:solidFill>
                <a:latin typeface="Open Sans"/>
              </a:rPr>
              <a:t>Hidden embedding e ∈ ℝ</a:t>
            </a:r>
            <a:r>
              <a:rPr sz="1200" b="0" i="0" baseline="30000">
                <a:solidFill>
                  <a:srgbClr val="1E293B"/>
                </a:solidFill>
                <a:latin typeface="Open Sans"/>
              </a:rPr>
              <a:t>64</a:t>
            </a:r>
            <a:r>
              <a:rPr sz="1200" b="0" i="0">
                <a:solidFill>
                  <a:srgbClr val="1E293B"/>
                </a:solidFill>
                <a:latin typeface="Open Sans"/>
              </a:rPr>
              <a:t> (layer 3)</a:t>
            </a:r>
          </a:p>
          <a:p>
            <a:pPr marL="219456" indent="-219456" algn="l">
              <a:spcBef>
                <a:spcPts val="0"/>
              </a:spcBef>
              <a:spcAft>
                <a:spcPts val="400"/>
              </a:spcAft>
              <a:buClr>
                <a:srgbClr val="D50581"/>
              </a:buClr>
              <a:buSzPct val="70000"/>
              <a:buFont typeface="Arial"/>
              <a:buChar char="●"/>
            </a:pPr>
            <a:r>
              <a:rPr sz="1200" b="0" i="0">
                <a:solidFill>
                  <a:srgbClr val="1E293B"/>
                </a:solidFill>
                <a:latin typeface="Open Sans"/>
              </a:rPr>
              <a:t>One forward pass for both signals</a:t>
            </a:r>
          </a:p>
        </p:txBody>
      </p:sp>
      <p:sp>
        <p:nvSpPr>
          <p:cNvPr id="794" name="Stage 3"/>
          <p:cNvSpPr/>
          <p:nvPr/>
        </p:nvSpPr>
        <p:spPr>
          <a:xfrm>
            <a:off x="5705856" y="2194560"/>
            <a:ext cx="2331720" cy="126187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95" name="Oval 794"/>
          <p:cNvSpPr/>
          <p:nvPr/>
        </p:nvSpPr>
        <p:spPr>
          <a:xfrm>
            <a:off x="5843016" y="2331720"/>
            <a:ext cx="347472" cy="347472"/>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3</a:t>
            </a:r>
          </a:p>
        </p:txBody>
      </p:sp>
      <p:sp>
        <p:nvSpPr>
          <p:cNvPr id="796" name="TextBox 795"/>
          <p:cNvSpPr txBox="1"/>
          <p:nvPr/>
        </p:nvSpPr>
        <p:spPr>
          <a:xfrm>
            <a:off x="6272784" y="2267712"/>
            <a:ext cx="1673351" cy="475488"/>
          </a:xfrm>
          <a:prstGeom prst="rect">
            <a:avLst/>
          </a:prstGeom>
          <a:noFill/>
        </p:spPr>
        <p:txBody>
          <a:bodyPr wrap="square" lIns="0" tIns="0" rIns="0" bIns="0" anchor="ctr">
            <a:spAutoFit/>
          </a:bodyPr>
          <a:lstStyle/>
          <a:p>
            <a:pPr marL="0" indent="0" algn="l">
              <a:lnSpc>
                <a:spcPct val="90000"/>
              </a:lnSpc>
              <a:spcBef>
                <a:spcPts val="0"/>
              </a:spcBef>
              <a:spcAft>
                <a:spcPts val="0"/>
              </a:spcAft>
              <a:buNone/>
            </a:pPr>
            <a:r>
              <a:rPr sz="1300" b="1" i="0">
                <a:solidFill>
                  <a:srgbClr val="152B77"/>
                </a:solidFill>
                <a:latin typeface="Open Sans"/>
              </a:rPr>
              <a:t>Confidence</a:t>
            </a:r>
          </a:p>
        </p:txBody>
      </p:sp>
      <p:sp>
        <p:nvSpPr>
          <p:cNvPr id="797" name="TextBox 796"/>
          <p:cNvSpPr txBox="1"/>
          <p:nvPr/>
        </p:nvSpPr>
        <p:spPr>
          <a:xfrm>
            <a:off x="5870448" y="2852928"/>
            <a:ext cx="2020824" cy="530351"/>
          </a:xfrm>
          <a:prstGeom prst="rect">
            <a:avLst/>
          </a:prstGeom>
          <a:noFill/>
        </p:spPr>
        <p:txBody>
          <a:bodyPr wrap="square" lIns="0" tIns="0" rIns="0" bIns="0" anchor="t">
            <a:spAutoFit/>
          </a:bodyPr>
          <a:lstStyle/>
          <a:p>
            <a:pPr marL="219456" indent="-219456" algn="l">
              <a:spcBef>
                <a:spcPts val="0"/>
              </a:spcBef>
              <a:spcAft>
                <a:spcPts val="400"/>
              </a:spcAft>
              <a:buClr>
                <a:srgbClr val="D50581"/>
              </a:buClr>
              <a:buSzPct val="70000"/>
              <a:buFont typeface="Arial"/>
              <a:buChar char="●"/>
            </a:pPr>
            <a:r>
              <a:rPr sz="1200" b="0" i="0">
                <a:solidFill>
                  <a:srgbClr val="1E293B"/>
                </a:solidFill>
                <a:latin typeface="Open Sans"/>
              </a:rPr>
              <a:t>MSP scoring flags low confidence</a:t>
            </a:r>
          </a:p>
        </p:txBody>
      </p:sp>
      <p:sp>
        <p:nvSpPr>
          <p:cNvPr id="798" name="Stage 4"/>
          <p:cNvSpPr/>
          <p:nvPr/>
        </p:nvSpPr>
        <p:spPr>
          <a:xfrm>
            <a:off x="5705856" y="3584448"/>
            <a:ext cx="2331720" cy="126187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799" name="Oval 798"/>
          <p:cNvSpPr/>
          <p:nvPr/>
        </p:nvSpPr>
        <p:spPr>
          <a:xfrm>
            <a:off x="5843016" y="3721608"/>
            <a:ext cx="347472" cy="347472"/>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4</a:t>
            </a:r>
          </a:p>
        </p:txBody>
      </p:sp>
      <p:sp>
        <p:nvSpPr>
          <p:cNvPr id="800" name="TextBox 799"/>
          <p:cNvSpPr txBox="1"/>
          <p:nvPr/>
        </p:nvSpPr>
        <p:spPr>
          <a:xfrm>
            <a:off x="6272784" y="3657600"/>
            <a:ext cx="1673351" cy="475488"/>
          </a:xfrm>
          <a:prstGeom prst="rect">
            <a:avLst/>
          </a:prstGeom>
          <a:noFill/>
        </p:spPr>
        <p:txBody>
          <a:bodyPr wrap="square" lIns="0" tIns="0" rIns="0" bIns="0" anchor="ctr">
            <a:spAutoFit/>
          </a:bodyPr>
          <a:lstStyle/>
          <a:p>
            <a:pPr marL="0" indent="0" algn="l">
              <a:lnSpc>
                <a:spcPct val="90000"/>
              </a:lnSpc>
              <a:spcBef>
                <a:spcPts val="0"/>
              </a:spcBef>
              <a:spcAft>
                <a:spcPts val="0"/>
              </a:spcAft>
              <a:buNone/>
            </a:pPr>
            <a:r>
              <a:rPr sz="1300" b="1" i="0">
                <a:solidFill>
                  <a:srgbClr val="152B77"/>
                </a:solidFill>
                <a:latin typeface="Open Sans"/>
              </a:rPr>
              <a:t>Manifold Drift</a:t>
            </a:r>
          </a:p>
        </p:txBody>
      </p:sp>
      <p:sp>
        <p:nvSpPr>
          <p:cNvPr id="801" name="TextBox 800"/>
          <p:cNvSpPr txBox="1"/>
          <p:nvPr/>
        </p:nvSpPr>
        <p:spPr>
          <a:xfrm>
            <a:off x="5870448" y="4242816"/>
            <a:ext cx="2020824" cy="530351"/>
          </a:xfrm>
          <a:prstGeom prst="rect">
            <a:avLst/>
          </a:prstGeom>
          <a:noFill/>
        </p:spPr>
        <p:txBody>
          <a:bodyPr wrap="square" lIns="0" tIns="0" rIns="0" bIns="0" anchor="t">
            <a:spAutoFit/>
          </a:bodyPr>
          <a:lstStyle/>
          <a:p>
            <a:pPr marL="219456" indent="-219456" algn="l">
              <a:spcBef>
                <a:spcPts val="0"/>
              </a:spcBef>
              <a:spcAft>
                <a:spcPts val="400"/>
              </a:spcAft>
              <a:buClr>
                <a:srgbClr val="D50581"/>
              </a:buClr>
              <a:buSzPct val="70000"/>
              <a:buFont typeface="Arial"/>
              <a:buChar char="●"/>
            </a:pPr>
            <a:r>
              <a:rPr sz="1200" b="0" i="0">
                <a:solidFill>
                  <a:srgbClr val="1E293B"/>
                </a:solidFill>
                <a:latin typeface="Open Sans"/>
              </a:rPr>
              <a:t>Cosine + Mahalanobis (Σ</a:t>
            </a:r>
            <a:r>
              <a:rPr sz="1200" b="0" i="0" baseline="30000">
                <a:solidFill>
                  <a:srgbClr val="1E293B"/>
                </a:solidFill>
                <a:latin typeface="Open Sans"/>
              </a:rPr>
              <a:t>−1</a:t>
            </a:r>
            <a:r>
              <a:rPr sz="1200" b="0" i="0">
                <a:solidFill>
                  <a:srgbClr val="1E293B"/>
                </a:solidFill>
                <a:latin typeface="Open Sans"/>
              </a:rPr>
              <a:t>) distance to class centroids</a:t>
            </a:r>
          </a:p>
        </p:txBody>
      </p:sp>
      <p:sp>
        <p:nvSpPr>
          <p:cNvPr id="802" name="Right Arrow 801"/>
          <p:cNvSpPr/>
          <p:nvPr/>
        </p:nvSpPr>
        <p:spPr>
          <a:xfrm>
            <a:off x="3026664" y="3378708"/>
            <a:ext cx="246888" cy="237744"/>
          </a:xfrm>
          <a:prstGeom prst="rightArrow">
            <a:avLst/>
          </a:prstGeom>
          <a:solidFill>
            <a:srgbClr val="152B77"/>
          </a:solidFill>
          <a:ln>
            <a:noFill/>
          </a:ln>
          <a:effectLst/>
        </p:spPr>
        <p:txBody>
          <a:bodyPr rtlCol="0" anchor="ctr"/>
          <a:lstStyle/>
          <a:p>
            <a:pPr algn="ctr"/>
            <a:endParaRPr/>
          </a:p>
        </p:txBody>
      </p:sp>
      <p:sp>
        <p:nvSpPr>
          <p:cNvPr id="803" name="Right Arrow 802"/>
          <p:cNvSpPr/>
          <p:nvPr/>
        </p:nvSpPr>
        <p:spPr>
          <a:xfrm>
            <a:off x="5431536" y="2706624"/>
            <a:ext cx="246888" cy="237744"/>
          </a:xfrm>
          <a:prstGeom prst="rightArrow">
            <a:avLst/>
          </a:prstGeom>
          <a:solidFill>
            <a:srgbClr val="152B77"/>
          </a:solidFill>
          <a:ln>
            <a:noFill/>
          </a:ln>
          <a:effectLst/>
        </p:spPr>
        <p:txBody>
          <a:bodyPr rtlCol="0" anchor="ctr"/>
          <a:lstStyle/>
          <a:p>
            <a:pPr algn="ctr"/>
            <a:endParaRPr/>
          </a:p>
        </p:txBody>
      </p:sp>
      <p:sp>
        <p:nvSpPr>
          <p:cNvPr id="804" name="Right Arrow 803"/>
          <p:cNvSpPr/>
          <p:nvPr/>
        </p:nvSpPr>
        <p:spPr>
          <a:xfrm>
            <a:off x="5431536" y="4096511"/>
            <a:ext cx="246888" cy="237744"/>
          </a:xfrm>
          <a:prstGeom prst="rightArrow">
            <a:avLst/>
          </a:prstGeom>
          <a:solidFill>
            <a:srgbClr val="152B77"/>
          </a:solidFill>
          <a:ln>
            <a:noFill/>
          </a:ln>
          <a:effectLst/>
        </p:spPr>
        <p:txBody>
          <a:bodyPr rtlCol="0" anchor="ctr"/>
          <a:lstStyle/>
          <a:p>
            <a:pPr algn="ctr"/>
            <a:endParaRPr/>
          </a:p>
        </p:txBody>
      </p:sp>
      <p:sp>
        <p:nvSpPr>
          <p:cNvPr id="805" name="Right Arrow 804"/>
          <p:cNvSpPr/>
          <p:nvPr/>
        </p:nvSpPr>
        <p:spPr>
          <a:xfrm>
            <a:off x="8065007" y="2706624"/>
            <a:ext cx="246888" cy="237744"/>
          </a:xfrm>
          <a:prstGeom prst="rightArrow">
            <a:avLst/>
          </a:prstGeom>
          <a:solidFill>
            <a:srgbClr val="152B77"/>
          </a:solidFill>
          <a:ln>
            <a:noFill/>
          </a:ln>
          <a:effectLst/>
        </p:spPr>
        <p:txBody>
          <a:bodyPr rtlCol="0" anchor="ctr"/>
          <a:lstStyle/>
          <a:p>
            <a:pPr algn="ctr"/>
            <a:endParaRPr/>
          </a:p>
        </p:txBody>
      </p:sp>
      <p:sp>
        <p:nvSpPr>
          <p:cNvPr id="806" name="Right Arrow 805"/>
          <p:cNvSpPr/>
          <p:nvPr/>
        </p:nvSpPr>
        <p:spPr>
          <a:xfrm>
            <a:off x="8065007" y="4096511"/>
            <a:ext cx="246888" cy="237744"/>
          </a:xfrm>
          <a:prstGeom prst="rightArrow">
            <a:avLst/>
          </a:prstGeom>
          <a:solidFill>
            <a:srgbClr val="152B77"/>
          </a:solidFill>
          <a:ln>
            <a:noFill/>
          </a:ln>
          <a:effectLst/>
        </p:spPr>
        <p:txBody>
          <a:bodyPr rtlCol="0" anchor="ctr"/>
          <a:lstStyle/>
          <a:p>
            <a:pPr algn="ctr"/>
            <a:endParaRPr/>
          </a:p>
        </p:txBody>
      </p:sp>
      <p:sp>
        <p:nvSpPr>
          <p:cNvPr id="807" name="Stage 5"/>
          <p:cNvSpPr/>
          <p:nvPr/>
        </p:nvSpPr>
        <p:spPr>
          <a:xfrm>
            <a:off x="8339327" y="2194560"/>
            <a:ext cx="3090672" cy="2606040"/>
          </a:xfrm>
          <a:prstGeom prst="roundRect">
            <a:avLst>
              <a:gd name="adj" fmla="val 4000"/>
            </a:avLst>
          </a:prstGeom>
          <a:solidFill>
            <a:srgbClr val="F8FAFC"/>
          </a:solidFill>
          <a:ln w="13970">
            <a:solidFill>
              <a:srgbClr val="152B77"/>
            </a:solidFill>
          </a:ln>
          <a:effectLst/>
        </p:spPr>
        <p:txBody>
          <a:bodyPr rtlCol="0" anchor="ctr"/>
          <a:lstStyle/>
          <a:p>
            <a:pPr algn="ctr"/>
            <a:endParaRPr/>
          </a:p>
        </p:txBody>
      </p:sp>
      <p:sp>
        <p:nvSpPr>
          <p:cNvPr id="808" name="Oval 807"/>
          <p:cNvSpPr/>
          <p:nvPr/>
        </p:nvSpPr>
        <p:spPr>
          <a:xfrm>
            <a:off x="8476488" y="2331720"/>
            <a:ext cx="347472" cy="347472"/>
          </a:xfrm>
          <a:prstGeom prst="ellipse">
            <a:avLst/>
          </a:prstGeom>
          <a:solidFill>
            <a:srgbClr val="152B77"/>
          </a:solidFill>
          <a:ln>
            <a:noFill/>
          </a:ln>
          <a:effectLst/>
        </p:spPr>
        <p:txBody>
          <a:bodyPr lIns="0" tIns="0" rIns="0" bIns="0" rtlCol="0" anchor="ctr"/>
          <a:lstStyle/>
          <a:p>
            <a:pPr marL="0" indent="0" algn="ctr">
              <a:spcBef>
                <a:spcPts val="0"/>
              </a:spcBef>
              <a:spcAft>
                <a:spcPts val="0"/>
              </a:spcAft>
              <a:buNone/>
            </a:pPr>
            <a:r>
              <a:rPr sz="1300" b="1" i="0">
                <a:solidFill>
                  <a:srgbClr val="FFFFFF"/>
                </a:solidFill>
                <a:latin typeface="Open Sans"/>
              </a:rPr>
              <a:t>5</a:t>
            </a:r>
          </a:p>
        </p:txBody>
      </p:sp>
      <p:sp>
        <p:nvSpPr>
          <p:cNvPr id="809" name="TextBox 808"/>
          <p:cNvSpPr txBox="1"/>
          <p:nvPr/>
        </p:nvSpPr>
        <p:spPr>
          <a:xfrm>
            <a:off x="8906255" y="2267712"/>
            <a:ext cx="2450591" cy="475488"/>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152B77"/>
                </a:solidFill>
                <a:latin typeface="Open Sans"/>
              </a:rPr>
              <a:t>Calibrated Verdict Engine</a:t>
            </a:r>
          </a:p>
          <a:p>
            <a:pPr marL="0" indent="0" algn="l">
              <a:spcBef>
                <a:spcPts val="0"/>
              </a:spcBef>
              <a:spcAft>
                <a:spcPts val="0"/>
              </a:spcAft>
              <a:buNone/>
            </a:pPr>
            <a:r>
              <a:rPr sz="1100" b="0" i="0">
                <a:solidFill>
                  <a:srgbClr val="64748B"/>
                </a:solidFill>
                <a:latin typeface="Open Sans"/>
              </a:rPr>
              <a:t>5% target FPR</a:t>
            </a:r>
          </a:p>
        </p:txBody>
      </p:sp>
      <p:sp>
        <p:nvSpPr>
          <p:cNvPr id="810" name="Verdict REJECTED"/>
          <p:cNvSpPr/>
          <p:nvPr/>
        </p:nvSpPr>
        <p:spPr>
          <a:xfrm>
            <a:off x="8503919" y="2926080"/>
            <a:ext cx="1188720" cy="310896"/>
          </a:xfrm>
          <a:prstGeom prst="roundRect">
            <a:avLst>
              <a:gd name="adj" fmla="val 30000"/>
            </a:avLst>
          </a:prstGeom>
          <a:solidFill>
            <a:srgbClr val="C8102E"/>
          </a:solidFill>
          <a:ln>
            <a:noFill/>
          </a:ln>
          <a:effectLst/>
        </p:spPr>
        <p:txBody>
          <a:bodyPr rtlCol="0" anchor="ctr"/>
          <a:lstStyle/>
          <a:p>
            <a:pPr algn="ctr"/>
            <a:endParaRPr/>
          </a:p>
        </p:txBody>
      </p:sp>
      <p:sp>
        <p:nvSpPr>
          <p:cNvPr id="811" name="TextBox 810"/>
          <p:cNvSpPr txBox="1"/>
          <p:nvPr/>
        </p:nvSpPr>
        <p:spPr>
          <a:xfrm>
            <a:off x="8503919" y="2926080"/>
            <a:ext cx="1188720" cy="310896"/>
          </a:xfrm>
          <a:prstGeom prst="rect">
            <a:avLst/>
          </a:prstGeom>
          <a:noFill/>
        </p:spPr>
        <p:txBody>
          <a:bodyPr wrap="square" lIns="0" tIns="0" rIns="0" bIns="0" anchor="ctr">
            <a:spAutoFit/>
          </a:bodyPr>
          <a:lstStyle/>
          <a:p>
            <a:pPr marL="0" indent="0" algn="ctr">
              <a:spcBef>
                <a:spcPts val="0"/>
              </a:spcBef>
              <a:spcAft>
                <a:spcPts val="0"/>
              </a:spcAft>
              <a:buNone/>
            </a:pPr>
            <a:r>
              <a:rPr sz="1100" b="1" i="0">
                <a:solidFill>
                  <a:srgbClr val="FFFFFF"/>
                </a:solidFill>
                <a:latin typeface="Open Sans"/>
              </a:rPr>
              <a:t>REJECTED</a:t>
            </a:r>
          </a:p>
        </p:txBody>
      </p:sp>
      <p:sp>
        <p:nvSpPr>
          <p:cNvPr id="812" name="TextBox 811"/>
          <p:cNvSpPr txBox="1"/>
          <p:nvPr/>
        </p:nvSpPr>
        <p:spPr>
          <a:xfrm>
            <a:off x="9802367" y="2852928"/>
            <a:ext cx="1536192" cy="457200"/>
          </a:xfrm>
          <a:prstGeom prst="rect">
            <a:avLst/>
          </a:prstGeom>
          <a:noFill/>
        </p:spPr>
        <p:txBody>
          <a:bodyPr wrap="square" lIns="0" tIns="0" rIns="0" bIns="0" anchor="ctr">
            <a:spAutoFit/>
          </a:bodyPr>
          <a:lstStyle/>
          <a:p>
            <a:pPr marL="0" indent="0" algn="l">
              <a:spcBef>
                <a:spcPts val="0"/>
              </a:spcBef>
              <a:spcAft>
                <a:spcPts val="0"/>
              </a:spcAft>
              <a:buNone/>
            </a:pPr>
            <a:r>
              <a:rPr sz="1150" b="0" i="0">
                <a:solidFill>
                  <a:srgbClr val="1E293B"/>
                </a:solidFill>
                <a:latin typeface="Open Sans"/>
              </a:rPr>
              <a:t>Pre-inference validation failure</a:t>
            </a:r>
          </a:p>
        </p:txBody>
      </p:sp>
      <p:sp>
        <p:nvSpPr>
          <p:cNvPr id="813" name="Verdict HIGH_RISK"/>
          <p:cNvSpPr/>
          <p:nvPr/>
        </p:nvSpPr>
        <p:spPr>
          <a:xfrm>
            <a:off x="8503919" y="3401568"/>
            <a:ext cx="1188720" cy="310896"/>
          </a:xfrm>
          <a:prstGeom prst="roundRect">
            <a:avLst>
              <a:gd name="adj" fmla="val 30000"/>
            </a:avLst>
          </a:prstGeom>
          <a:solidFill>
            <a:srgbClr val="D50581"/>
          </a:solidFill>
          <a:ln>
            <a:noFill/>
          </a:ln>
          <a:effectLst/>
        </p:spPr>
        <p:txBody>
          <a:bodyPr rtlCol="0" anchor="ctr"/>
          <a:lstStyle/>
          <a:p>
            <a:pPr algn="ctr"/>
            <a:endParaRPr/>
          </a:p>
        </p:txBody>
      </p:sp>
      <p:sp>
        <p:nvSpPr>
          <p:cNvPr id="814" name="TextBox 813"/>
          <p:cNvSpPr txBox="1"/>
          <p:nvPr/>
        </p:nvSpPr>
        <p:spPr>
          <a:xfrm>
            <a:off x="8503919" y="3401568"/>
            <a:ext cx="1188720" cy="310896"/>
          </a:xfrm>
          <a:prstGeom prst="rect">
            <a:avLst/>
          </a:prstGeom>
          <a:noFill/>
        </p:spPr>
        <p:txBody>
          <a:bodyPr wrap="square" lIns="0" tIns="0" rIns="0" bIns="0" anchor="ctr">
            <a:spAutoFit/>
          </a:bodyPr>
          <a:lstStyle/>
          <a:p>
            <a:pPr marL="0" indent="0" algn="ctr">
              <a:spcBef>
                <a:spcPts val="0"/>
              </a:spcBef>
              <a:spcAft>
                <a:spcPts val="0"/>
              </a:spcAft>
              <a:buNone/>
            </a:pPr>
            <a:r>
              <a:rPr sz="1100" b="1" i="0">
                <a:solidFill>
                  <a:srgbClr val="FFFFFF"/>
                </a:solidFill>
                <a:latin typeface="Open Sans"/>
              </a:rPr>
              <a:t>HIGH_RISK</a:t>
            </a:r>
          </a:p>
        </p:txBody>
      </p:sp>
      <p:sp>
        <p:nvSpPr>
          <p:cNvPr id="815" name="TextBox 814"/>
          <p:cNvSpPr txBox="1"/>
          <p:nvPr/>
        </p:nvSpPr>
        <p:spPr>
          <a:xfrm>
            <a:off x="9802367" y="3328416"/>
            <a:ext cx="1536192" cy="457200"/>
          </a:xfrm>
          <a:prstGeom prst="rect">
            <a:avLst/>
          </a:prstGeom>
          <a:noFill/>
        </p:spPr>
        <p:txBody>
          <a:bodyPr wrap="square" lIns="0" tIns="0" rIns="0" bIns="0" anchor="ctr">
            <a:spAutoFit/>
          </a:bodyPr>
          <a:lstStyle/>
          <a:p>
            <a:pPr marL="0" indent="0" algn="l">
              <a:spcBef>
                <a:spcPts val="0"/>
              </a:spcBef>
              <a:spcAft>
                <a:spcPts val="0"/>
              </a:spcAft>
              <a:buNone/>
            </a:pPr>
            <a:r>
              <a:rPr sz="1150" b="0" i="0">
                <a:solidFill>
                  <a:srgbClr val="1E293B"/>
                </a:solidFill>
                <a:latin typeface="Open Sans"/>
              </a:rPr>
              <a:t>≥ 2 independent anomaly signals</a:t>
            </a:r>
          </a:p>
        </p:txBody>
      </p:sp>
      <p:sp>
        <p:nvSpPr>
          <p:cNvPr id="816" name="Verdict SUSPICIOUS"/>
          <p:cNvSpPr/>
          <p:nvPr/>
        </p:nvSpPr>
        <p:spPr>
          <a:xfrm>
            <a:off x="8503919" y="3877056"/>
            <a:ext cx="1188720" cy="310896"/>
          </a:xfrm>
          <a:prstGeom prst="roundRect">
            <a:avLst>
              <a:gd name="adj" fmla="val 30000"/>
            </a:avLst>
          </a:prstGeom>
          <a:solidFill>
            <a:srgbClr val="F59E0B"/>
          </a:solidFill>
          <a:ln>
            <a:noFill/>
          </a:ln>
          <a:effectLst/>
        </p:spPr>
        <p:txBody>
          <a:bodyPr rtlCol="0" anchor="ctr"/>
          <a:lstStyle/>
          <a:p>
            <a:pPr algn="ctr"/>
            <a:endParaRPr/>
          </a:p>
        </p:txBody>
      </p:sp>
      <p:sp>
        <p:nvSpPr>
          <p:cNvPr id="817" name="TextBox 816"/>
          <p:cNvSpPr txBox="1"/>
          <p:nvPr/>
        </p:nvSpPr>
        <p:spPr>
          <a:xfrm>
            <a:off x="8503919" y="3877056"/>
            <a:ext cx="1188720" cy="310896"/>
          </a:xfrm>
          <a:prstGeom prst="rect">
            <a:avLst/>
          </a:prstGeom>
          <a:noFill/>
        </p:spPr>
        <p:txBody>
          <a:bodyPr wrap="square" lIns="0" tIns="0" rIns="0" bIns="0" anchor="ctr">
            <a:spAutoFit/>
          </a:bodyPr>
          <a:lstStyle/>
          <a:p>
            <a:pPr marL="0" indent="0" algn="ctr">
              <a:spcBef>
                <a:spcPts val="0"/>
              </a:spcBef>
              <a:spcAft>
                <a:spcPts val="0"/>
              </a:spcAft>
              <a:buNone/>
            </a:pPr>
            <a:r>
              <a:rPr sz="1100" b="1" i="0">
                <a:solidFill>
                  <a:srgbClr val="1E293B"/>
                </a:solidFill>
                <a:latin typeface="Open Sans"/>
              </a:rPr>
              <a:t>SUSPICIOUS</a:t>
            </a:r>
          </a:p>
        </p:txBody>
      </p:sp>
      <p:sp>
        <p:nvSpPr>
          <p:cNvPr id="818" name="TextBox 817"/>
          <p:cNvSpPr txBox="1"/>
          <p:nvPr/>
        </p:nvSpPr>
        <p:spPr>
          <a:xfrm>
            <a:off x="9802367" y="3803904"/>
            <a:ext cx="1536192" cy="457200"/>
          </a:xfrm>
          <a:prstGeom prst="rect">
            <a:avLst/>
          </a:prstGeom>
          <a:noFill/>
        </p:spPr>
        <p:txBody>
          <a:bodyPr wrap="square" lIns="0" tIns="0" rIns="0" bIns="0" anchor="ctr">
            <a:spAutoFit/>
          </a:bodyPr>
          <a:lstStyle/>
          <a:p>
            <a:pPr marL="0" indent="0" algn="l">
              <a:spcBef>
                <a:spcPts val="0"/>
              </a:spcBef>
              <a:spcAft>
                <a:spcPts val="0"/>
              </a:spcAft>
              <a:buNone/>
            </a:pPr>
            <a:r>
              <a:rPr sz="1150" b="0" i="0">
                <a:solidFill>
                  <a:srgbClr val="1E293B"/>
                </a:solidFill>
                <a:latin typeface="Open Sans"/>
              </a:rPr>
              <a:t>1 anomaly signal</a:t>
            </a:r>
          </a:p>
        </p:txBody>
      </p:sp>
      <p:sp>
        <p:nvSpPr>
          <p:cNvPr id="819" name="Verdict CLEAN"/>
          <p:cNvSpPr/>
          <p:nvPr/>
        </p:nvSpPr>
        <p:spPr>
          <a:xfrm>
            <a:off x="8503919" y="4352544"/>
            <a:ext cx="1188720" cy="310896"/>
          </a:xfrm>
          <a:prstGeom prst="roundRect">
            <a:avLst>
              <a:gd name="adj" fmla="val 30000"/>
            </a:avLst>
          </a:prstGeom>
          <a:solidFill>
            <a:srgbClr val="0E9F6E"/>
          </a:solidFill>
          <a:ln>
            <a:noFill/>
          </a:ln>
          <a:effectLst/>
        </p:spPr>
        <p:txBody>
          <a:bodyPr rtlCol="0" anchor="ctr"/>
          <a:lstStyle/>
          <a:p>
            <a:pPr algn="ctr"/>
            <a:endParaRPr/>
          </a:p>
        </p:txBody>
      </p:sp>
      <p:sp>
        <p:nvSpPr>
          <p:cNvPr id="820" name="TextBox 819"/>
          <p:cNvSpPr txBox="1"/>
          <p:nvPr/>
        </p:nvSpPr>
        <p:spPr>
          <a:xfrm>
            <a:off x="8503919" y="4352544"/>
            <a:ext cx="1188720" cy="310896"/>
          </a:xfrm>
          <a:prstGeom prst="rect">
            <a:avLst/>
          </a:prstGeom>
          <a:noFill/>
        </p:spPr>
        <p:txBody>
          <a:bodyPr wrap="square" lIns="0" tIns="0" rIns="0" bIns="0" anchor="ctr">
            <a:spAutoFit/>
          </a:bodyPr>
          <a:lstStyle/>
          <a:p>
            <a:pPr marL="0" indent="0" algn="ctr">
              <a:spcBef>
                <a:spcPts val="0"/>
              </a:spcBef>
              <a:spcAft>
                <a:spcPts val="0"/>
              </a:spcAft>
              <a:buNone/>
            </a:pPr>
            <a:r>
              <a:rPr sz="1100" b="1" i="0">
                <a:solidFill>
                  <a:srgbClr val="FFFFFF"/>
                </a:solidFill>
                <a:latin typeface="Open Sans"/>
              </a:rPr>
              <a:t>CLEAN</a:t>
            </a:r>
          </a:p>
        </p:txBody>
      </p:sp>
      <p:sp>
        <p:nvSpPr>
          <p:cNvPr id="821" name="TextBox 820"/>
          <p:cNvSpPr txBox="1"/>
          <p:nvPr/>
        </p:nvSpPr>
        <p:spPr>
          <a:xfrm>
            <a:off x="9802367" y="4279392"/>
            <a:ext cx="1536192" cy="457200"/>
          </a:xfrm>
          <a:prstGeom prst="rect">
            <a:avLst/>
          </a:prstGeom>
          <a:noFill/>
        </p:spPr>
        <p:txBody>
          <a:bodyPr wrap="square" lIns="0" tIns="0" rIns="0" bIns="0" anchor="ctr">
            <a:spAutoFit/>
          </a:bodyPr>
          <a:lstStyle/>
          <a:p>
            <a:pPr marL="0" indent="0" algn="l">
              <a:spcBef>
                <a:spcPts val="0"/>
              </a:spcBef>
              <a:spcAft>
                <a:spcPts val="0"/>
              </a:spcAft>
              <a:buNone/>
            </a:pPr>
            <a:r>
              <a:rPr sz="1150" b="0" i="0">
                <a:solidFill>
                  <a:srgbClr val="1E293B"/>
                </a:solidFill>
                <a:latin typeface="Open Sans"/>
              </a:rPr>
              <a:t>All checks nominal</a:t>
            </a:r>
          </a:p>
        </p:txBody>
      </p:sp>
      <p:sp>
        <p:nvSpPr>
          <p:cNvPr id="822" name="Rejected branch"/>
          <p:cNvSpPr/>
          <p:nvPr/>
        </p:nvSpPr>
        <p:spPr>
          <a:xfrm>
            <a:off x="758952" y="4983480"/>
            <a:ext cx="2240280" cy="365760"/>
          </a:xfrm>
          <a:prstGeom prst="roundRect">
            <a:avLst>
              <a:gd name="adj" fmla="val 30000"/>
            </a:avLst>
          </a:prstGeom>
          <a:solidFill>
            <a:srgbClr val="C8102E"/>
          </a:solidFill>
          <a:ln>
            <a:noFill/>
          </a:ln>
          <a:effectLst/>
        </p:spPr>
        <p:txBody>
          <a:bodyPr rtlCol="0" anchor="ctr"/>
          <a:lstStyle/>
          <a:p>
            <a:pPr algn="ctr"/>
            <a:endParaRPr/>
          </a:p>
        </p:txBody>
      </p:sp>
      <p:sp>
        <p:nvSpPr>
          <p:cNvPr id="823" name="TextBox 822"/>
          <p:cNvSpPr txBox="1"/>
          <p:nvPr/>
        </p:nvSpPr>
        <p:spPr>
          <a:xfrm>
            <a:off x="758952" y="4983480"/>
            <a:ext cx="2240280" cy="365760"/>
          </a:xfrm>
          <a:prstGeom prst="rect">
            <a:avLst/>
          </a:prstGeom>
          <a:noFill/>
        </p:spPr>
        <p:txBody>
          <a:bodyPr wrap="square" lIns="0" tIns="0" rIns="0" bIns="0" anchor="ctr">
            <a:spAutoFit/>
          </a:bodyPr>
          <a:lstStyle/>
          <a:p>
            <a:pPr marL="0" indent="0" algn="ctr">
              <a:spcBef>
                <a:spcPts val="0"/>
              </a:spcBef>
              <a:spcAft>
                <a:spcPts val="0"/>
              </a:spcAft>
              <a:buNone/>
            </a:pPr>
            <a:r>
              <a:rPr sz="1200" b="1" i="0">
                <a:solidFill>
                  <a:srgbClr val="FFFFFF"/>
                </a:solidFill>
                <a:latin typeface="Open Sans"/>
              </a:rPr>
              <a:t>INVALID → REJECTED</a:t>
            </a:r>
          </a:p>
        </p:txBody>
      </p:sp>
      <p:sp>
        <p:nvSpPr>
          <p:cNvPr id="824" name="Down Arrow 823"/>
          <p:cNvSpPr/>
          <p:nvPr/>
        </p:nvSpPr>
        <p:spPr>
          <a:xfrm>
            <a:off x="1769364" y="4828032"/>
            <a:ext cx="219456" cy="137160"/>
          </a:xfrm>
          <a:prstGeom prst="downArrow">
            <a:avLst/>
          </a:prstGeom>
          <a:solidFill>
            <a:srgbClr val="C8102E"/>
          </a:solidFill>
          <a:ln>
            <a:noFill/>
          </a:ln>
          <a:effectLst/>
        </p:spPr>
        <p:txBody>
          <a:bodyPr rtlCol="0" anchor="ctr"/>
          <a:lstStyle/>
          <a:p>
            <a:pPr algn="ctr"/>
            <a:endParaRPr/>
          </a:p>
        </p:txBody>
      </p:sp>
      <p:sp>
        <p:nvSpPr>
          <p:cNvPr id="825" name="Principles banner"/>
          <p:cNvSpPr/>
          <p:nvPr/>
        </p:nvSpPr>
        <p:spPr>
          <a:xfrm>
            <a:off x="758952" y="5440680"/>
            <a:ext cx="10671048" cy="566928"/>
          </a:xfrm>
          <a:prstGeom prst="roundRect">
            <a:avLst>
              <a:gd name="adj" fmla="val 15000"/>
            </a:avLst>
          </a:prstGeom>
          <a:solidFill>
            <a:srgbClr val="152B77"/>
          </a:solidFill>
          <a:ln>
            <a:noFill/>
          </a:ln>
          <a:effectLst/>
        </p:spPr>
        <p:txBody>
          <a:bodyPr rtlCol="0" anchor="ctr"/>
          <a:lstStyle/>
          <a:p>
            <a:pPr algn="ctr"/>
            <a:endParaRPr/>
          </a:p>
        </p:txBody>
      </p:sp>
      <p:sp>
        <p:nvSpPr>
          <p:cNvPr id="826" name="TextBox 825"/>
          <p:cNvSpPr txBox="1"/>
          <p:nvPr/>
        </p:nvSpPr>
        <p:spPr>
          <a:xfrm>
            <a:off x="941832" y="5440680"/>
            <a:ext cx="2393442" cy="566928"/>
          </a:xfrm>
          <a:prstGeom prst="rect">
            <a:avLst/>
          </a:prstGeom>
          <a:noFill/>
        </p:spPr>
        <p:txBody>
          <a:bodyPr wrap="square" lIns="0" tIns="0" rIns="0" bIns="0" anchor="ctr">
            <a:spAutoFit/>
          </a:bodyPr>
          <a:lstStyle/>
          <a:p>
            <a:pPr marL="0" indent="0" algn="l">
              <a:spcBef>
                <a:spcPts val="0"/>
              </a:spcBef>
              <a:spcAft>
                <a:spcPts val="0"/>
              </a:spcAft>
              <a:buNone/>
            </a:pPr>
            <a:r>
              <a:rPr sz="1250" b="1" i="0">
                <a:solidFill>
                  <a:srgbClr val="FFFFFF"/>
                </a:solidFill>
                <a:latin typeface="Open Sans"/>
              </a:rPr>
              <a:t>Deterministic first</a:t>
            </a:r>
          </a:p>
          <a:p>
            <a:pPr marL="0" indent="0" algn="l">
              <a:spcBef>
                <a:spcPts val="0"/>
              </a:spcBef>
              <a:spcAft>
                <a:spcPts val="0"/>
              </a:spcAft>
              <a:buNone/>
            </a:pPr>
            <a:r>
              <a:rPr sz="1100" b="0" i="0">
                <a:solidFill>
                  <a:srgbClr val="CBD5E1"/>
                </a:solidFill>
                <a:latin typeface="Open Sans"/>
              </a:rPr>
              <a:t>validation before any inference</a:t>
            </a:r>
          </a:p>
        </p:txBody>
      </p:sp>
      <p:sp>
        <p:nvSpPr>
          <p:cNvPr id="827" name="TextBox 826"/>
          <p:cNvSpPr txBox="1"/>
          <p:nvPr/>
        </p:nvSpPr>
        <p:spPr>
          <a:xfrm>
            <a:off x="3609594" y="5440680"/>
            <a:ext cx="2393442" cy="566928"/>
          </a:xfrm>
          <a:prstGeom prst="rect">
            <a:avLst/>
          </a:prstGeom>
          <a:noFill/>
        </p:spPr>
        <p:txBody>
          <a:bodyPr wrap="square" lIns="0" tIns="0" rIns="0" bIns="0" anchor="ctr">
            <a:spAutoFit/>
          </a:bodyPr>
          <a:lstStyle/>
          <a:p>
            <a:pPr marL="0" indent="0" algn="l">
              <a:spcBef>
                <a:spcPts val="0"/>
              </a:spcBef>
              <a:spcAft>
                <a:spcPts val="0"/>
              </a:spcAft>
              <a:buNone/>
            </a:pPr>
            <a:r>
              <a:rPr sz="1250" b="1" i="0">
                <a:solidFill>
                  <a:srgbClr val="FFFFFF"/>
                </a:solidFill>
                <a:latin typeface="Open Sans"/>
              </a:rPr>
              <a:t>Dual-output graph</a:t>
            </a:r>
          </a:p>
          <a:p>
            <a:pPr marL="0" indent="0" algn="l">
              <a:spcBef>
                <a:spcPts val="0"/>
              </a:spcBef>
              <a:spcAft>
                <a:spcPts val="0"/>
              </a:spcAft>
              <a:buNone/>
            </a:pPr>
            <a:r>
              <a:rPr sz="1100" b="0" i="0">
                <a:solidFill>
                  <a:srgbClr val="CBD5E1"/>
                </a:solidFill>
                <a:latin typeface="Open Sans"/>
              </a:rPr>
              <a:t>one pass: logits + embedding</a:t>
            </a:r>
          </a:p>
        </p:txBody>
      </p:sp>
      <p:sp>
        <p:nvSpPr>
          <p:cNvPr id="828" name="TextBox 827"/>
          <p:cNvSpPr txBox="1"/>
          <p:nvPr/>
        </p:nvSpPr>
        <p:spPr>
          <a:xfrm>
            <a:off x="6277356" y="5440680"/>
            <a:ext cx="2393442" cy="566928"/>
          </a:xfrm>
          <a:prstGeom prst="rect">
            <a:avLst/>
          </a:prstGeom>
          <a:noFill/>
        </p:spPr>
        <p:txBody>
          <a:bodyPr wrap="square" lIns="0" tIns="0" rIns="0" bIns="0" anchor="ctr">
            <a:spAutoFit/>
          </a:bodyPr>
          <a:lstStyle/>
          <a:p>
            <a:pPr marL="0" indent="0" algn="l">
              <a:spcBef>
                <a:spcPts val="0"/>
              </a:spcBef>
              <a:spcAft>
                <a:spcPts val="0"/>
              </a:spcAft>
              <a:buNone/>
            </a:pPr>
            <a:r>
              <a:rPr sz="1250" b="1" i="0">
                <a:solidFill>
                  <a:srgbClr val="FFFFFF"/>
                </a:solidFill>
                <a:latin typeface="Open Sans"/>
              </a:rPr>
              <a:t>Independent signals</a:t>
            </a:r>
          </a:p>
          <a:p>
            <a:pPr marL="0" indent="0" algn="l">
              <a:spcBef>
                <a:spcPts val="0"/>
              </a:spcBef>
              <a:spcAft>
                <a:spcPts val="0"/>
              </a:spcAft>
              <a:buNone/>
            </a:pPr>
            <a:r>
              <a:rPr sz="1100" b="0" i="0">
                <a:solidFill>
                  <a:srgbClr val="CBD5E1"/>
                </a:solidFill>
                <a:latin typeface="Open Sans"/>
              </a:rPr>
              <a:t>MSP and drift fail differently</a:t>
            </a:r>
          </a:p>
        </p:txBody>
      </p:sp>
      <p:sp>
        <p:nvSpPr>
          <p:cNvPr id="829" name="TextBox 828"/>
          <p:cNvSpPr txBox="1"/>
          <p:nvPr/>
        </p:nvSpPr>
        <p:spPr>
          <a:xfrm>
            <a:off x="8945117" y="5440680"/>
            <a:ext cx="2393442" cy="566928"/>
          </a:xfrm>
          <a:prstGeom prst="rect">
            <a:avLst/>
          </a:prstGeom>
          <a:noFill/>
        </p:spPr>
        <p:txBody>
          <a:bodyPr wrap="square" lIns="0" tIns="0" rIns="0" bIns="0" anchor="ctr">
            <a:spAutoFit/>
          </a:bodyPr>
          <a:lstStyle/>
          <a:p>
            <a:pPr marL="0" indent="0" algn="l">
              <a:spcBef>
                <a:spcPts val="0"/>
              </a:spcBef>
              <a:spcAft>
                <a:spcPts val="0"/>
              </a:spcAft>
              <a:buNone/>
            </a:pPr>
            <a:r>
              <a:rPr sz="1250" b="1" i="0">
                <a:solidFill>
                  <a:srgbClr val="FFFFFF"/>
                </a:solidFill>
                <a:latin typeface="Open Sans"/>
              </a:rPr>
              <a:t>Calibrated thresholds</a:t>
            </a:r>
          </a:p>
          <a:p>
            <a:pPr marL="0" indent="0" algn="l">
              <a:spcBef>
                <a:spcPts val="0"/>
              </a:spcBef>
              <a:spcAft>
                <a:spcPts val="0"/>
              </a:spcAft>
              <a:buNone/>
            </a:pPr>
            <a:r>
              <a:rPr sz="1100" b="0" i="0">
                <a:solidFill>
                  <a:srgbClr val="CBD5E1"/>
                </a:solidFill>
                <a:latin typeface="Open Sans"/>
              </a:rPr>
              <a:t>set on benign data at 5% FPR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pic>
        <p:nvPicPr>
          <p:cNvPr id="931" name="Google Shape;931;g3f403393bf8_0_1014"/>
          <p:cNvPicPr preferRelativeResize="0"/>
          <p:nvPr/>
        </p:nvPicPr>
        <p:blipFill rotWithShape="1">
          <a:blip r:embed="rId3">
            <a:alphaModFix/>
          </a:blip>
          <a:srcRect l="278" r="278"/>
          <a:stretch/>
        </p:blipFill>
        <p:spPr>
          <a:xfrm>
            <a:off x="0" y="0"/>
            <a:ext cx="12192000" cy="6858000"/>
          </a:xfrm>
          <a:prstGeom prst="rect">
            <a:avLst/>
          </a:prstGeom>
          <a:noFill/>
          <a:ln>
            <a:noFill/>
          </a:ln>
        </p:spPr>
      </p:pic>
      <p:sp>
        <p:nvSpPr>
          <p:cNvPr id="932" name="Google Shape;932;g3f403393bf8_0_1014"/>
          <p:cNvSpPr/>
          <p:nvPr/>
        </p:nvSpPr>
        <p:spPr>
          <a:xfrm>
            <a:off x="-48" y="29902"/>
            <a:ext cx="12189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949" name="Google Shape;949;g3f403393bf8_0_1014"/>
          <p:cNvPicPr preferRelativeResize="0"/>
          <p:nvPr/>
        </p:nvPicPr>
        <p:blipFill rotWithShape="1">
          <a:blip r:embed="rId4">
            <a:alphaModFix/>
          </a:blip>
          <a:srcRect l="30" r="20"/>
          <a:stretch/>
        </p:blipFill>
        <p:spPr>
          <a:xfrm>
            <a:off x="8393392" y="6100905"/>
            <a:ext cx="3583500" cy="1074900"/>
          </a:xfrm>
          <a:prstGeom prst="rect">
            <a:avLst/>
          </a:prstGeom>
          <a:noFill/>
          <a:ln>
            <a:noFill/>
          </a:ln>
        </p:spPr>
      </p:pic>
      <p:pic>
        <p:nvPicPr>
          <p:cNvPr id="950" name="Google Shape;950;g3f403393bf8_0_1014"/>
          <p:cNvPicPr preferRelativeResize="0"/>
          <p:nvPr/>
        </p:nvPicPr>
        <p:blipFill rotWithShape="1">
          <a:blip r:embed="rId5">
            <a:alphaModFix/>
          </a:blip>
          <a:srcRect/>
          <a:stretch/>
        </p:blipFill>
        <p:spPr>
          <a:xfrm>
            <a:off x="5631666" y="6238894"/>
            <a:ext cx="928800" cy="619200"/>
          </a:xfrm>
          <a:prstGeom prst="rect">
            <a:avLst/>
          </a:prstGeom>
          <a:noFill/>
          <a:ln>
            <a:noFill/>
          </a:ln>
        </p:spPr>
      </p:pic>
      <p:sp>
        <p:nvSpPr>
          <p:cNvPr id="951"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Design &amp; Implementation</a:t>
            </a:r>
          </a:p>
        </p:txBody>
      </p:sp>
      <p:sp>
        <p:nvSpPr>
          <p:cNvPr id="952"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Core modules, 4-tier feature audit, and a verified, reproducible pipeline</a:t>
            </a:r>
          </a:p>
        </p:txBody>
      </p:sp>
      <p:sp>
        <p:nvSpPr>
          <p:cNvPr id="953" name="TextBox 952"/>
          <p:cNvSpPr txBox="1"/>
          <p:nvPr/>
        </p:nvSpPr>
        <p:spPr>
          <a:xfrm>
            <a:off x="758952" y="1371600"/>
            <a:ext cx="338328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01 / CORE MODULES</a:t>
            </a:r>
          </a:p>
        </p:txBody>
      </p:sp>
      <p:sp>
        <p:nvSpPr>
          <p:cNvPr id="954" name="Impl card 1"/>
          <p:cNvSpPr/>
          <p:nvPr/>
        </p:nvSpPr>
        <p:spPr>
          <a:xfrm>
            <a:off x="758952" y="1691640"/>
            <a:ext cx="3383280" cy="37033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55" name="TextBox 954"/>
          <p:cNvSpPr txBox="1"/>
          <p:nvPr/>
        </p:nvSpPr>
        <p:spPr>
          <a:xfrm>
            <a:off x="4402836" y="1371600"/>
            <a:ext cx="338328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02 / 4-TIER FEATURE AUDIT</a:t>
            </a:r>
          </a:p>
        </p:txBody>
      </p:sp>
      <p:sp>
        <p:nvSpPr>
          <p:cNvPr id="956" name="Impl card 2"/>
          <p:cNvSpPr/>
          <p:nvPr/>
        </p:nvSpPr>
        <p:spPr>
          <a:xfrm>
            <a:off x="4402836" y="1691640"/>
            <a:ext cx="3383280" cy="37033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57" name="TextBox 956"/>
          <p:cNvSpPr txBox="1"/>
          <p:nvPr/>
        </p:nvSpPr>
        <p:spPr>
          <a:xfrm>
            <a:off x="8046720" y="1371600"/>
            <a:ext cx="338328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03 / VERIFICATION</a:t>
            </a:r>
          </a:p>
        </p:txBody>
      </p:sp>
      <p:sp>
        <p:nvSpPr>
          <p:cNvPr id="958" name="Impl card 3"/>
          <p:cNvSpPr/>
          <p:nvPr/>
        </p:nvSpPr>
        <p:spPr>
          <a:xfrm>
            <a:off x="8046720" y="1691640"/>
            <a:ext cx="3383280" cy="37033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59" name="TextBox 958"/>
          <p:cNvSpPr txBox="1"/>
          <p:nvPr/>
        </p:nvSpPr>
        <p:spPr>
          <a:xfrm>
            <a:off x="960120" y="1901952"/>
            <a:ext cx="2980944" cy="3429000"/>
          </a:xfrm>
          <a:prstGeom prst="rect">
            <a:avLst/>
          </a:prstGeom>
          <a:noFill/>
        </p:spPr>
        <p:txBody>
          <a:bodyPr wrap="square" lIns="0" tIns="0" rIns="0" bIns="0" anchor="t">
            <a:spAutoFit/>
          </a:bodyPr>
          <a:lstStyle/>
          <a:p>
            <a:pPr marL="0" indent="0" algn="l">
              <a:spcBef>
                <a:spcPts val="0"/>
              </a:spcBef>
              <a:spcAft>
                <a:spcPts val="0"/>
              </a:spcAft>
              <a:buNone/>
            </a:pPr>
            <a:r>
              <a:rPr sz="1250" b="1" i="0">
                <a:solidFill>
                  <a:srgbClr val="152B77"/>
                </a:solidFill>
                <a:latin typeface="Courier New"/>
              </a:rPr>
              <a:t>semantic_analyzer.py</a:t>
            </a:r>
          </a:p>
          <a:p>
            <a:pPr marL="0" indent="0" algn="l">
              <a:spcBef>
                <a:spcPts val="200"/>
              </a:spcBef>
              <a:spcAft>
                <a:spcPts val="0"/>
              </a:spcAft>
              <a:buNone/>
            </a:pPr>
            <a:r>
              <a:rPr sz="1250" b="0" i="0">
                <a:solidFill>
                  <a:srgbClr val="1E293B"/>
                </a:solidFill>
                <a:latin typeface="Open Sans"/>
              </a:rPr>
              <a:t>Production SEMANTICSHIELD engine (27 KB)</a:t>
            </a:r>
          </a:p>
          <a:p>
            <a:pPr marL="0" indent="0" algn="l">
              <a:spcBef>
                <a:spcPts val="1400"/>
              </a:spcBef>
              <a:spcAft>
                <a:spcPts val="0"/>
              </a:spcAft>
              <a:buNone/>
            </a:pPr>
            <a:r>
              <a:rPr sz="1250" b="1" i="0">
                <a:solidFill>
                  <a:srgbClr val="152B77"/>
                </a:solidFill>
                <a:latin typeface="Courier New"/>
              </a:rPr>
              <a:t>inference_engine.py</a:t>
            </a:r>
          </a:p>
          <a:p>
            <a:pPr marL="0" indent="0" algn="l">
              <a:spcBef>
                <a:spcPts val="200"/>
              </a:spcBef>
              <a:spcAft>
                <a:spcPts val="0"/>
              </a:spcAft>
              <a:buNone/>
            </a:pPr>
            <a:r>
              <a:rPr sz="1250" b="0" i="0">
                <a:solidFill>
                  <a:srgbClr val="1E293B"/>
                </a:solidFill>
                <a:latin typeface="Open Sans"/>
              </a:rPr>
              <a:t>FastAPI edge inference server</a:t>
            </a:r>
          </a:p>
          <a:p>
            <a:pPr marL="0" indent="0" algn="l">
              <a:spcBef>
                <a:spcPts val="1400"/>
              </a:spcBef>
              <a:spcAft>
                <a:spcPts val="0"/>
              </a:spcAft>
              <a:buNone/>
            </a:pPr>
            <a:r>
              <a:rPr sz="1250" b="1" i="0">
                <a:solidFill>
                  <a:srgbClr val="152B77"/>
                </a:solidFill>
                <a:latin typeface="Courier New"/>
              </a:rPr>
              <a:t>train_classifier.py</a:t>
            </a:r>
          </a:p>
          <a:p>
            <a:pPr marL="0" indent="0" algn="l">
              <a:spcBef>
                <a:spcPts val="200"/>
              </a:spcBef>
              <a:spcAft>
                <a:spcPts val="0"/>
              </a:spcAft>
              <a:buNone/>
            </a:pPr>
            <a:r>
              <a:rPr sz="1250" b="0" i="0">
                <a:solidFill>
                  <a:srgbClr val="1E293B"/>
                </a:solidFill>
                <a:latin typeface="Open Sans"/>
              </a:rPr>
              <a:t>ThreatMLP / ThreatCNN1D training</a:t>
            </a:r>
          </a:p>
          <a:p>
            <a:pPr marL="0" indent="0" algn="l">
              <a:spcBef>
                <a:spcPts val="1400"/>
              </a:spcBef>
              <a:spcAft>
                <a:spcPts val="0"/>
              </a:spcAft>
              <a:buNone/>
            </a:pPr>
            <a:r>
              <a:rPr sz="1250" b="1" i="0">
                <a:solidFill>
                  <a:srgbClr val="152B77"/>
                </a:solidFill>
                <a:latin typeface="Courier New"/>
              </a:rPr>
              <a:t>export_onnx.py</a:t>
            </a:r>
          </a:p>
          <a:p>
            <a:pPr marL="0" indent="0" algn="l">
              <a:spcBef>
                <a:spcPts val="200"/>
              </a:spcBef>
              <a:spcAft>
                <a:spcPts val="0"/>
              </a:spcAft>
              <a:buNone/>
            </a:pPr>
            <a:r>
              <a:rPr sz="1250" b="0" i="0">
                <a:solidFill>
                  <a:srgbClr val="1E293B"/>
                </a:solidFill>
                <a:latin typeface="Open Sans"/>
              </a:rPr>
              <a:t>Dual-output ONNX graph export</a:t>
            </a:r>
          </a:p>
          <a:p>
            <a:pPr marL="0" indent="0" algn="l">
              <a:spcBef>
                <a:spcPts val="1400"/>
              </a:spcBef>
              <a:spcAft>
                <a:spcPts val="0"/>
              </a:spcAft>
              <a:buNone/>
            </a:pPr>
            <a:r>
              <a:rPr sz="1250" b="1" i="0">
                <a:solidFill>
                  <a:srgbClr val="152B77"/>
                </a:solidFill>
                <a:latin typeface="Courier New"/>
              </a:rPr>
              <a:t>quantize_model.py</a:t>
            </a:r>
          </a:p>
          <a:p>
            <a:pPr marL="0" indent="0" algn="l">
              <a:spcBef>
                <a:spcPts val="200"/>
              </a:spcBef>
              <a:spcAft>
                <a:spcPts val="0"/>
              </a:spcAft>
              <a:buNone/>
            </a:pPr>
            <a:r>
              <a:rPr sz="1250" b="0" i="0">
                <a:solidFill>
                  <a:srgbClr val="1E293B"/>
                </a:solidFill>
                <a:latin typeface="Open Sans"/>
              </a:rPr>
              <a:t>FP16 / INT8 / INT4 quantization</a:t>
            </a:r>
          </a:p>
        </p:txBody>
      </p:sp>
      <p:sp>
        <p:nvSpPr>
          <p:cNvPr id="960" name="TextBox 959"/>
          <p:cNvSpPr txBox="1"/>
          <p:nvPr/>
        </p:nvSpPr>
        <p:spPr>
          <a:xfrm>
            <a:off x="4604004" y="1810512"/>
            <a:ext cx="2980944" cy="32004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152B77"/>
                </a:solidFill>
                <a:latin typeface="Open Sans"/>
              </a:rPr>
              <a:t>21 pairs · Cohen’s κ = 1.0</a:t>
            </a:r>
          </a:p>
        </p:txBody>
      </p:sp>
      <p:sp>
        <p:nvSpPr>
          <p:cNvPr id="961" name="Equivalent segment"/>
          <p:cNvSpPr/>
          <p:nvPr/>
        </p:nvSpPr>
        <p:spPr>
          <a:xfrm>
            <a:off x="4604004" y="2212848"/>
            <a:ext cx="993648" cy="274320"/>
          </a:xfrm>
          <a:prstGeom prst="rect">
            <a:avLst/>
          </a:prstGeom>
          <a:solidFill>
            <a:srgbClr val="152B77"/>
          </a:solidFill>
          <a:ln>
            <a:noFill/>
          </a:ln>
          <a:effectLst/>
        </p:spPr>
        <p:txBody>
          <a:bodyPr rtlCol="0" anchor="ctr"/>
          <a:lstStyle/>
          <a:p>
            <a:pPr algn="ctr"/>
            <a:endParaRPr/>
          </a:p>
        </p:txBody>
      </p:sp>
      <p:sp>
        <p:nvSpPr>
          <p:cNvPr id="962" name="Convertible segment"/>
          <p:cNvSpPr/>
          <p:nvPr/>
        </p:nvSpPr>
        <p:spPr>
          <a:xfrm>
            <a:off x="5597652" y="2212848"/>
            <a:ext cx="141949" cy="274320"/>
          </a:xfrm>
          <a:prstGeom prst="rect">
            <a:avLst/>
          </a:prstGeom>
          <a:solidFill>
            <a:srgbClr val="5B7BD5"/>
          </a:solidFill>
          <a:ln>
            <a:noFill/>
          </a:ln>
          <a:effectLst/>
        </p:spPr>
        <p:txBody>
          <a:bodyPr rtlCol="0" anchor="ctr"/>
          <a:lstStyle/>
          <a:p>
            <a:pPr algn="ctr"/>
            <a:endParaRPr/>
          </a:p>
        </p:txBody>
      </p:sp>
      <p:sp>
        <p:nvSpPr>
          <p:cNvPr id="963" name="Approximate segment"/>
          <p:cNvSpPr/>
          <p:nvPr/>
        </p:nvSpPr>
        <p:spPr>
          <a:xfrm>
            <a:off x="5739601" y="2212848"/>
            <a:ext cx="709748" cy="274320"/>
          </a:xfrm>
          <a:prstGeom prst="rect">
            <a:avLst/>
          </a:prstGeom>
          <a:solidFill>
            <a:srgbClr val="94A3B8"/>
          </a:solidFill>
          <a:ln>
            <a:noFill/>
          </a:ln>
          <a:effectLst/>
        </p:spPr>
        <p:txBody>
          <a:bodyPr rtlCol="0" anchor="ctr"/>
          <a:lstStyle/>
          <a:p>
            <a:pPr algn="ctr"/>
            <a:endParaRPr/>
          </a:p>
        </p:txBody>
      </p:sp>
      <p:sp>
        <p:nvSpPr>
          <p:cNvPr id="964" name="Incompatible segment"/>
          <p:cNvSpPr/>
          <p:nvPr/>
        </p:nvSpPr>
        <p:spPr>
          <a:xfrm>
            <a:off x="6449350" y="2212848"/>
            <a:ext cx="1135597" cy="274320"/>
          </a:xfrm>
          <a:prstGeom prst="rect">
            <a:avLst/>
          </a:prstGeom>
          <a:solidFill>
            <a:srgbClr val="D50581"/>
          </a:solidFill>
          <a:ln>
            <a:noFill/>
          </a:ln>
          <a:effectLst/>
        </p:spPr>
        <p:txBody>
          <a:bodyPr rtlCol="0" anchor="ctr"/>
          <a:lstStyle/>
          <a:p>
            <a:pPr algn="ctr"/>
            <a:endParaRPr/>
          </a:p>
        </p:txBody>
      </p:sp>
      <p:sp>
        <p:nvSpPr>
          <p:cNvPr id="965" name="Equivalent key"/>
          <p:cNvSpPr/>
          <p:nvPr/>
        </p:nvSpPr>
        <p:spPr>
          <a:xfrm>
            <a:off x="4604004" y="2734056"/>
            <a:ext cx="155448" cy="155448"/>
          </a:xfrm>
          <a:prstGeom prst="roundRect">
            <a:avLst>
              <a:gd name="adj" fmla="val 20000"/>
            </a:avLst>
          </a:prstGeom>
          <a:solidFill>
            <a:srgbClr val="152B77"/>
          </a:solidFill>
          <a:ln>
            <a:noFill/>
          </a:ln>
          <a:effectLst/>
        </p:spPr>
        <p:txBody>
          <a:bodyPr rtlCol="0" anchor="ctr"/>
          <a:lstStyle/>
          <a:p>
            <a:pPr algn="ctr"/>
            <a:endParaRPr/>
          </a:p>
        </p:txBody>
      </p:sp>
      <p:sp>
        <p:nvSpPr>
          <p:cNvPr id="966" name="TextBox 965"/>
          <p:cNvSpPr txBox="1"/>
          <p:nvPr/>
        </p:nvSpPr>
        <p:spPr>
          <a:xfrm>
            <a:off x="4878324" y="2670048"/>
            <a:ext cx="2706624" cy="658368"/>
          </a:xfrm>
          <a:prstGeom prst="rect">
            <a:avLst/>
          </a:prstGeom>
          <a:noFill/>
        </p:spPr>
        <p:txBody>
          <a:bodyPr wrap="square" lIns="0" tIns="0" rIns="0" bIns="0" anchor="t">
            <a:spAutoFit/>
          </a:bodyPr>
          <a:lstStyle/>
          <a:p>
            <a:pPr marL="0" indent="0" algn="l">
              <a:spcBef>
                <a:spcPts val="0"/>
              </a:spcBef>
              <a:spcAft>
                <a:spcPts val="0"/>
              </a:spcAft>
              <a:buNone/>
            </a:pPr>
            <a:r>
              <a:rPr sz="1250" b="1" i="0">
                <a:solidFill>
                  <a:srgbClr val="152B77"/>
                </a:solidFill>
                <a:latin typeface="Open Sans"/>
              </a:rPr>
              <a:t>Equivalent</a:t>
            </a:r>
            <a:r>
              <a:rPr sz="1250" b="1" i="0">
                <a:solidFill>
                  <a:srgbClr val="1E293B"/>
                </a:solidFill>
                <a:latin typeface="Open Sans"/>
              </a:rPr>
              <a:t> · 7 (33.3%)</a:t>
            </a:r>
          </a:p>
          <a:p>
            <a:pPr marL="0" indent="0" algn="l">
              <a:spcBef>
                <a:spcPts val="100"/>
              </a:spcBef>
              <a:spcAft>
                <a:spcPts val="0"/>
              </a:spcAft>
              <a:buNone/>
            </a:pPr>
            <a:r>
              <a:rPr sz="1200" b="0" i="0">
                <a:solidFill>
                  <a:srgbClr val="64748B"/>
                </a:solidFill>
                <a:latin typeface="Open Sans"/>
              </a:rPr>
              <a:t>identical quantity, unit, direction</a:t>
            </a:r>
          </a:p>
        </p:txBody>
      </p:sp>
      <p:sp>
        <p:nvSpPr>
          <p:cNvPr id="967" name="Convertible key"/>
          <p:cNvSpPr/>
          <p:nvPr/>
        </p:nvSpPr>
        <p:spPr>
          <a:xfrm>
            <a:off x="4604004" y="3410712"/>
            <a:ext cx="155448" cy="155448"/>
          </a:xfrm>
          <a:prstGeom prst="roundRect">
            <a:avLst>
              <a:gd name="adj" fmla="val 20000"/>
            </a:avLst>
          </a:prstGeom>
          <a:solidFill>
            <a:srgbClr val="5B7BD5"/>
          </a:solidFill>
          <a:ln>
            <a:noFill/>
          </a:ln>
          <a:effectLst/>
        </p:spPr>
        <p:txBody>
          <a:bodyPr rtlCol="0" anchor="ctr"/>
          <a:lstStyle/>
          <a:p>
            <a:pPr algn="ctr"/>
            <a:endParaRPr/>
          </a:p>
        </p:txBody>
      </p:sp>
      <p:sp>
        <p:nvSpPr>
          <p:cNvPr id="968" name="TextBox 967"/>
          <p:cNvSpPr txBox="1"/>
          <p:nvPr/>
        </p:nvSpPr>
        <p:spPr>
          <a:xfrm>
            <a:off x="4878324" y="3346704"/>
            <a:ext cx="2706624" cy="658368"/>
          </a:xfrm>
          <a:prstGeom prst="rect">
            <a:avLst/>
          </a:prstGeom>
          <a:noFill/>
        </p:spPr>
        <p:txBody>
          <a:bodyPr wrap="square" lIns="0" tIns="0" rIns="0" bIns="0" anchor="t">
            <a:spAutoFit/>
          </a:bodyPr>
          <a:lstStyle/>
          <a:p>
            <a:pPr marL="0" indent="0" algn="l">
              <a:spcBef>
                <a:spcPts val="0"/>
              </a:spcBef>
              <a:spcAft>
                <a:spcPts val="0"/>
              </a:spcAft>
              <a:buNone/>
            </a:pPr>
            <a:r>
              <a:rPr sz="1250" b="1" i="0">
                <a:solidFill>
                  <a:srgbClr val="152B77"/>
                </a:solidFill>
                <a:latin typeface="Open Sans"/>
              </a:rPr>
              <a:t>Convertible</a:t>
            </a:r>
            <a:r>
              <a:rPr sz="1250" b="1" i="0">
                <a:solidFill>
                  <a:srgbClr val="1E293B"/>
                </a:solidFill>
                <a:latin typeface="Open Sans"/>
              </a:rPr>
              <a:t> · 1 (4.8%)</a:t>
            </a:r>
          </a:p>
          <a:p>
            <a:pPr marL="0" indent="0" algn="l">
              <a:spcBef>
                <a:spcPts val="100"/>
              </a:spcBef>
              <a:spcAft>
                <a:spcPts val="0"/>
              </a:spcAft>
              <a:buNone/>
            </a:pPr>
            <a:r>
              <a:rPr sz="1200" b="0" i="0">
                <a:solidFill>
                  <a:srgbClr val="64748B"/>
                </a:solidFill>
                <a:latin typeface="Open Sans"/>
              </a:rPr>
              <a:t>known linear scaling (ms vs μs)</a:t>
            </a:r>
          </a:p>
        </p:txBody>
      </p:sp>
      <p:sp>
        <p:nvSpPr>
          <p:cNvPr id="969" name="Approximate key"/>
          <p:cNvSpPr/>
          <p:nvPr/>
        </p:nvSpPr>
        <p:spPr>
          <a:xfrm>
            <a:off x="4604004" y="4087368"/>
            <a:ext cx="155448" cy="155448"/>
          </a:xfrm>
          <a:prstGeom prst="roundRect">
            <a:avLst>
              <a:gd name="adj" fmla="val 20000"/>
            </a:avLst>
          </a:prstGeom>
          <a:solidFill>
            <a:srgbClr val="94A3B8"/>
          </a:solidFill>
          <a:ln>
            <a:noFill/>
          </a:ln>
          <a:effectLst/>
        </p:spPr>
        <p:txBody>
          <a:bodyPr rtlCol="0" anchor="ctr"/>
          <a:lstStyle/>
          <a:p>
            <a:pPr algn="ctr"/>
            <a:endParaRPr/>
          </a:p>
        </p:txBody>
      </p:sp>
      <p:sp>
        <p:nvSpPr>
          <p:cNvPr id="970" name="TextBox 969"/>
          <p:cNvSpPr txBox="1"/>
          <p:nvPr/>
        </p:nvSpPr>
        <p:spPr>
          <a:xfrm>
            <a:off x="4878324" y="4023360"/>
            <a:ext cx="2706624" cy="658368"/>
          </a:xfrm>
          <a:prstGeom prst="rect">
            <a:avLst/>
          </a:prstGeom>
          <a:noFill/>
        </p:spPr>
        <p:txBody>
          <a:bodyPr wrap="square" lIns="0" tIns="0" rIns="0" bIns="0" anchor="t">
            <a:spAutoFit/>
          </a:bodyPr>
          <a:lstStyle/>
          <a:p>
            <a:pPr marL="0" indent="0" algn="l">
              <a:spcBef>
                <a:spcPts val="0"/>
              </a:spcBef>
              <a:spcAft>
                <a:spcPts val="0"/>
              </a:spcAft>
              <a:buNone/>
            </a:pPr>
            <a:r>
              <a:rPr sz="1250" b="1" i="0">
                <a:solidFill>
                  <a:srgbClr val="152B77"/>
                </a:solidFill>
                <a:latin typeface="Open Sans"/>
              </a:rPr>
              <a:t>Approximate</a:t>
            </a:r>
            <a:r>
              <a:rPr sz="1250" b="1" i="0">
                <a:solidFill>
                  <a:srgbClr val="1E293B"/>
                </a:solidFill>
                <a:latin typeface="Open Sans"/>
              </a:rPr>
              <a:t> · 5 (23.8%)</a:t>
            </a:r>
          </a:p>
          <a:p>
            <a:pPr marL="0" indent="0" algn="l">
              <a:spcBef>
                <a:spcPts val="100"/>
              </a:spcBef>
              <a:spcAft>
                <a:spcPts val="0"/>
              </a:spcAft>
              <a:buNone/>
            </a:pPr>
            <a:r>
              <a:rPr sz="1200" b="0" i="0">
                <a:solidFill>
                  <a:srgbClr val="64748B"/>
                </a:solidFill>
                <a:latin typeface="Open Sans"/>
              </a:rPr>
              <a:t>compatible, scope variations</a:t>
            </a:r>
          </a:p>
        </p:txBody>
      </p:sp>
      <p:sp>
        <p:nvSpPr>
          <p:cNvPr id="971" name="Incompatible key"/>
          <p:cNvSpPr/>
          <p:nvPr/>
        </p:nvSpPr>
        <p:spPr>
          <a:xfrm>
            <a:off x="4604004" y="4764024"/>
            <a:ext cx="155448" cy="155448"/>
          </a:xfrm>
          <a:prstGeom prst="roundRect">
            <a:avLst>
              <a:gd name="adj" fmla="val 20000"/>
            </a:avLst>
          </a:prstGeom>
          <a:solidFill>
            <a:srgbClr val="D50581"/>
          </a:solidFill>
          <a:ln>
            <a:noFill/>
          </a:ln>
          <a:effectLst/>
        </p:spPr>
        <p:txBody>
          <a:bodyPr rtlCol="0" anchor="ctr"/>
          <a:lstStyle/>
          <a:p>
            <a:pPr algn="ctr"/>
            <a:endParaRPr/>
          </a:p>
        </p:txBody>
      </p:sp>
      <p:sp>
        <p:nvSpPr>
          <p:cNvPr id="972" name="TextBox 971"/>
          <p:cNvSpPr txBox="1"/>
          <p:nvPr/>
        </p:nvSpPr>
        <p:spPr>
          <a:xfrm>
            <a:off x="4878324" y="4700016"/>
            <a:ext cx="2706624" cy="658368"/>
          </a:xfrm>
          <a:prstGeom prst="rect">
            <a:avLst/>
          </a:prstGeom>
          <a:noFill/>
        </p:spPr>
        <p:txBody>
          <a:bodyPr wrap="square" lIns="0" tIns="0" rIns="0" bIns="0" anchor="t">
            <a:spAutoFit/>
          </a:bodyPr>
          <a:lstStyle/>
          <a:p>
            <a:pPr marL="0" indent="0" algn="l">
              <a:spcBef>
                <a:spcPts val="0"/>
              </a:spcBef>
              <a:spcAft>
                <a:spcPts val="0"/>
              </a:spcAft>
              <a:buNone/>
            </a:pPr>
            <a:r>
              <a:rPr sz="1250" b="1" i="0">
                <a:solidFill>
                  <a:srgbClr val="152B77"/>
                </a:solidFill>
                <a:latin typeface="Open Sans"/>
              </a:rPr>
              <a:t>Incompatible</a:t>
            </a:r>
            <a:r>
              <a:rPr sz="1250" b="1" i="0">
                <a:solidFill>
                  <a:srgbClr val="1E293B"/>
                </a:solidFill>
                <a:latin typeface="Open Sans"/>
              </a:rPr>
              <a:t> · 8 (38.1%)</a:t>
            </a:r>
          </a:p>
          <a:p>
            <a:pPr marL="0" indent="0" algn="l">
              <a:spcBef>
                <a:spcPts val="100"/>
              </a:spcBef>
              <a:spcAft>
                <a:spcPts val="0"/>
              </a:spcAft>
              <a:buNone/>
            </a:pPr>
            <a:r>
              <a:rPr sz="1200" b="0" i="0">
                <a:solidFill>
                  <a:srgbClr val="64748B"/>
                </a:solidFill>
                <a:latin typeface="Open Sans"/>
              </a:rPr>
              <a:t>severe dimensional mismatch</a:t>
            </a:r>
          </a:p>
        </p:txBody>
      </p:sp>
      <p:sp>
        <p:nvSpPr>
          <p:cNvPr id="973" name="Stat 1"/>
          <p:cNvSpPr/>
          <p:nvPr/>
        </p:nvSpPr>
        <p:spPr>
          <a:xfrm>
            <a:off x="8247888" y="1828800"/>
            <a:ext cx="950976" cy="1115568"/>
          </a:xfrm>
          <a:prstGeom prst="roundRect">
            <a:avLst>
              <a:gd name="adj" fmla="val 8000"/>
            </a:avLst>
          </a:prstGeom>
          <a:solidFill>
            <a:srgbClr val="FFFFFF"/>
          </a:solidFill>
          <a:ln w="12700">
            <a:solidFill>
              <a:srgbClr val="E2E8F0"/>
            </a:solidFill>
          </a:ln>
          <a:effectLst/>
        </p:spPr>
        <p:txBody>
          <a:bodyPr rtlCol="0" anchor="ctr"/>
          <a:lstStyle/>
          <a:p>
            <a:pPr algn="ctr"/>
            <a:endParaRPr/>
          </a:p>
        </p:txBody>
      </p:sp>
      <p:sp>
        <p:nvSpPr>
          <p:cNvPr id="974" name="TextBox 973"/>
          <p:cNvSpPr txBox="1"/>
          <p:nvPr/>
        </p:nvSpPr>
        <p:spPr>
          <a:xfrm>
            <a:off x="8293608" y="1865376"/>
            <a:ext cx="859536" cy="1051560"/>
          </a:xfrm>
          <a:prstGeom prst="rect">
            <a:avLst/>
          </a:prstGeom>
          <a:noFill/>
        </p:spPr>
        <p:txBody>
          <a:bodyPr wrap="square" lIns="0" tIns="0" rIns="0" bIns="0" anchor="ctr">
            <a:spAutoFit/>
          </a:bodyPr>
          <a:lstStyle/>
          <a:p>
            <a:pPr marL="0" indent="0" algn="ctr">
              <a:spcBef>
                <a:spcPts val="0"/>
              </a:spcBef>
              <a:spcAft>
                <a:spcPts val="0"/>
              </a:spcAft>
              <a:buNone/>
            </a:pPr>
            <a:r>
              <a:rPr sz="2100" b="1" i="0">
                <a:solidFill>
                  <a:srgbClr val="D50581"/>
                </a:solidFill>
                <a:latin typeface="Open Sans"/>
              </a:rPr>
              <a:t>71/71</a:t>
            </a:r>
          </a:p>
          <a:p>
            <a:pPr marL="0" indent="0" algn="ctr">
              <a:spcBef>
                <a:spcPts val="200"/>
              </a:spcBef>
              <a:spcAft>
                <a:spcPts val="0"/>
              </a:spcAft>
              <a:buNone/>
            </a:pPr>
            <a:r>
              <a:rPr sz="1100" b="0" i="0">
                <a:solidFill>
                  <a:srgbClr val="64748B"/>
                </a:solidFill>
                <a:latin typeface="Open Sans"/>
              </a:rPr>
              <a:t>unit tests passing</a:t>
            </a:r>
          </a:p>
        </p:txBody>
      </p:sp>
      <p:sp>
        <p:nvSpPr>
          <p:cNvPr id="975" name="Stat 2"/>
          <p:cNvSpPr/>
          <p:nvPr/>
        </p:nvSpPr>
        <p:spPr>
          <a:xfrm>
            <a:off x="9272016" y="1828800"/>
            <a:ext cx="950976" cy="1115568"/>
          </a:xfrm>
          <a:prstGeom prst="roundRect">
            <a:avLst>
              <a:gd name="adj" fmla="val 8000"/>
            </a:avLst>
          </a:prstGeom>
          <a:solidFill>
            <a:srgbClr val="FFFFFF"/>
          </a:solidFill>
          <a:ln w="12700">
            <a:solidFill>
              <a:srgbClr val="E2E8F0"/>
            </a:solidFill>
          </a:ln>
          <a:effectLst/>
        </p:spPr>
        <p:txBody>
          <a:bodyPr rtlCol="0" anchor="ctr"/>
          <a:lstStyle/>
          <a:p>
            <a:pPr algn="ctr"/>
            <a:endParaRPr/>
          </a:p>
        </p:txBody>
      </p:sp>
      <p:sp>
        <p:nvSpPr>
          <p:cNvPr id="976" name="TextBox 975"/>
          <p:cNvSpPr txBox="1"/>
          <p:nvPr/>
        </p:nvSpPr>
        <p:spPr>
          <a:xfrm>
            <a:off x="9317736" y="1865376"/>
            <a:ext cx="859536" cy="1051560"/>
          </a:xfrm>
          <a:prstGeom prst="rect">
            <a:avLst/>
          </a:prstGeom>
          <a:noFill/>
        </p:spPr>
        <p:txBody>
          <a:bodyPr wrap="square" lIns="0" tIns="0" rIns="0" bIns="0" anchor="ctr">
            <a:spAutoFit/>
          </a:bodyPr>
          <a:lstStyle/>
          <a:p>
            <a:pPr marL="0" indent="0" algn="ctr">
              <a:spcBef>
                <a:spcPts val="0"/>
              </a:spcBef>
              <a:spcAft>
                <a:spcPts val="0"/>
              </a:spcAft>
              <a:buNone/>
            </a:pPr>
            <a:r>
              <a:rPr sz="2100" b="1" i="0">
                <a:solidFill>
                  <a:srgbClr val="D50581"/>
                </a:solidFill>
                <a:latin typeface="Open Sans"/>
              </a:rPr>
              <a:t>89/89</a:t>
            </a:r>
          </a:p>
          <a:p>
            <a:pPr marL="0" indent="0" algn="ctr">
              <a:spcBef>
                <a:spcPts val="200"/>
              </a:spcBef>
              <a:spcAft>
                <a:spcPts val="0"/>
              </a:spcAft>
              <a:buNone/>
            </a:pPr>
            <a:r>
              <a:rPr sz="1100" b="0" i="0">
                <a:solidFill>
                  <a:srgbClr val="64748B"/>
                </a:solidFill>
                <a:latin typeface="Open Sans"/>
              </a:rPr>
              <a:t>numeric claims verified</a:t>
            </a:r>
          </a:p>
        </p:txBody>
      </p:sp>
      <p:sp>
        <p:nvSpPr>
          <p:cNvPr id="977" name="Stat 3"/>
          <p:cNvSpPr/>
          <p:nvPr/>
        </p:nvSpPr>
        <p:spPr>
          <a:xfrm>
            <a:off x="10296144" y="1828800"/>
            <a:ext cx="950976" cy="1115568"/>
          </a:xfrm>
          <a:prstGeom prst="roundRect">
            <a:avLst>
              <a:gd name="adj" fmla="val 8000"/>
            </a:avLst>
          </a:prstGeom>
          <a:solidFill>
            <a:srgbClr val="FFFFFF"/>
          </a:solidFill>
          <a:ln w="12700">
            <a:solidFill>
              <a:srgbClr val="E2E8F0"/>
            </a:solidFill>
          </a:ln>
          <a:effectLst/>
        </p:spPr>
        <p:txBody>
          <a:bodyPr rtlCol="0" anchor="ctr"/>
          <a:lstStyle/>
          <a:p>
            <a:pPr algn="ctr"/>
            <a:endParaRPr/>
          </a:p>
        </p:txBody>
      </p:sp>
      <p:sp>
        <p:nvSpPr>
          <p:cNvPr id="978" name="TextBox 977"/>
          <p:cNvSpPr txBox="1"/>
          <p:nvPr/>
        </p:nvSpPr>
        <p:spPr>
          <a:xfrm>
            <a:off x="10341864" y="1865376"/>
            <a:ext cx="859536" cy="1051560"/>
          </a:xfrm>
          <a:prstGeom prst="rect">
            <a:avLst/>
          </a:prstGeom>
          <a:noFill/>
        </p:spPr>
        <p:txBody>
          <a:bodyPr wrap="square" lIns="0" tIns="0" rIns="0" bIns="0" anchor="ctr">
            <a:spAutoFit/>
          </a:bodyPr>
          <a:lstStyle/>
          <a:p>
            <a:pPr marL="0" indent="0" algn="ctr">
              <a:spcBef>
                <a:spcPts val="0"/>
              </a:spcBef>
              <a:spcAft>
                <a:spcPts val="0"/>
              </a:spcAft>
              <a:buNone/>
            </a:pPr>
            <a:r>
              <a:rPr sz="2100" b="1" i="0">
                <a:solidFill>
                  <a:srgbClr val="D50581"/>
                </a:solidFill>
                <a:latin typeface="Open Sans"/>
              </a:rPr>
              <a:t>23</a:t>
            </a:r>
          </a:p>
          <a:p>
            <a:pPr marL="0" indent="0" algn="ctr">
              <a:spcBef>
                <a:spcPts val="200"/>
              </a:spcBef>
              <a:spcAft>
                <a:spcPts val="0"/>
              </a:spcAft>
              <a:buNone/>
            </a:pPr>
            <a:r>
              <a:rPr sz="1100" b="0" i="0">
                <a:solidFill>
                  <a:srgbClr val="64748B"/>
                </a:solidFill>
                <a:latin typeface="Open Sans"/>
              </a:rPr>
              <a:t>SHA-256 checksums</a:t>
            </a:r>
          </a:p>
        </p:txBody>
      </p:sp>
      <p:sp>
        <p:nvSpPr>
          <p:cNvPr id="979" name="TextBox 978"/>
          <p:cNvSpPr txBox="1"/>
          <p:nvPr/>
        </p:nvSpPr>
        <p:spPr>
          <a:xfrm>
            <a:off x="8247888" y="3127248"/>
            <a:ext cx="2980944" cy="2194560"/>
          </a:xfrm>
          <a:prstGeom prst="rect">
            <a:avLst/>
          </a:prstGeom>
          <a:noFill/>
        </p:spPr>
        <p:txBody>
          <a:bodyPr wrap="square" lIns="0" tIns="0" rIns="0" bIns="0" anchor="t">
            <a:spAutoFit/>
          </a:bodyPr>
          <a:lstStyle/>
          <a:p>
            <a:pPr marL="219456" indent="-219456" algn="l">
              <a:spcBef>
                <a:spcPts val="0"/>
              </a:spcBef>
              <a:spcAft>
                <a:spcPts val="600"/>
              </a:spcAft>
              <a:buClr>
                <a:srgbClr val="D50581"/>
              </a:buClr>
              <a:buSzPct val="70000"/>
              <a:buFont typeface="Arial"/>
              <a:buChar char="●"/>
            </a:pPr>
            <a:r>
              <a:rPr sz="1250" b="0" i="0">
                <a:solidFill>
                  <a:srgbClr val="1E293B"/>
                </a:solidFill>
                <a:latin typeface="Open Sans"/>
              </a:rPr>
              <a:t>Frozen configuration paper_v1.yaml as the single source of truth</a:t>
            </a:r>
          </a:p>
          <a:p>
            <a:pPr marL="219456" indent="-219456" algn="l">
              <a:spcBef>
                <a:spcPts val="0"/>
              </a:spcBef>
              <a:spcAft>
                <a:spcPts val="600"/>
              </a:spcAft>
              <a:buClr>
                <a:srgbClr val="D50581"/>
              </a:buClr>
              <a:buSzPct val="70000"/>
              <a:buFont typeface="Arial"/>
              <a:buChar char="●"/>
            </a:pPr>
            <a:r>
              <a:rPr sz="1250" b="0" i="0">
                <a:solidFill>
                  <a:srgbClr val="1E293B"/>
                </a:solidFill>
                <a:latin typeface="Open Sans"/>
              </a:rPr>
              <a:t>15-stage automated reproduction orchestrator</a:t>
            </a:r>
          </a:p>
          <a:p>
            <a:pPr marL="219456" indent="-219456" algn="l">
              <a:spcBef>
                <a:spcPts val="0"/>
              </a:spcBef>
              <a:spcAft>
                <a:spcPts val="600"/>
              </a:spcAft>
              <a:buClr>
                <a:srgbClr val="D50581"/>
              </a:buClr>
              <a:buSzPct val="70000"/>
              <a:buFont typeface="Arial"/>
              <a:buChar char="●"/>
            </a:pPr>
            <a:r>
              <a:rPr sz="1250" b="0" i="0">
                <a:solidFill>
                  <a:srgbClr val="1E293B"/>
                </a:solidFill>
                <a:latin typeface="Open Sans"/>
              </a:rPr>
              <a:t>Unified provenance across 19 canonical JSON result files</a:t>
            </a:r>
          </a:p>
        </p:txBody>
      </p:sp>
      <p:sp>
        <p:nvSpPr>
          <p:cNvPr id="980" name="Banner"/>
          <p:cNvSpPr/>
          <p:nvPr/>
        </p:nvSpPr>
        <p:spPr>
          <a:xfrm>
            <a:off x="758952" y="5550408"/>
            <a:ext cx="10671048" cy="457200"/>
          </a:xfrm>
          <a:prstGeom prst="roundRect">
            <a:avLst>
              <a:gd name="adj" fmla="val 15000"/>
            </a:avLst>
          </a:prstGeom>
          <a:solidFill>
            <a:srgbClr val="152B77"/>
          </a:solidFill>
          <a:ln>
            <a:noFill/>
          </a:ln>
          <a:effectLst/>
        </p:spPr>
        <p:txBody>
          <a:bodyPr rtlCol="0" anchor="ctr"/>
          <a:lstStyle/>
          <a:p>
            <a:pPr algn="ctr"/>
            <a:endParaRPr/>
          </a:p>
        </p:txBody>
      </p:sp>
      <p:sp>
        <p:nvSpPr>
          <p:cNvPr id="981" name="TextBox 980"/>
          <p:cNvSpPr txBox="1"/>
          <p:nvPr/>
        </p:nvSpPr>
        <p:spPr>
          <a:xfrm>
            <a:off x="987552" y="5550408"/>
            <a:ext cx="10213848" cy="457200"/>
          </a:xfrm>
          <a:prstGeom prst="rect">
            <a:avLst/>
          </a:prstGeom>
          <a:noFill/>
        </p:spPr>
        <p:txBody>
          <a:bodyPr wrap="square" lIns="0" tIns="0" rIns="0" bIns="0" anchor="ctr">
            <a:spAutoFit/>
          </a:bodyPr>
          <a:lstStyle/>
          <a:p>
            <a:pPr marL="0" indent="0" algn="ctr">
              <a:spcBef>
                <a:spcPts val="0"/>
              </a:spcBef>
              <a:spcAft>
                <a:spcPts val="0"/>
              </a:spcAft>
              <a:buNone/>
            </a:pPr>
            <a:r>
              <a:rPr sz="1400" b="1" i="0">
                <a:solidFill>
                  <a:srgbClr val="FFFFFF"/>
                </a:solidFill>
                <a:latin typeface="Open Sans"/>
              </a:rPr>
              <a:t>Stack: PyTorch · ONNX Runtime · scikit-learn · FastAPI · NumPy · pandas · Docker · pytest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pic>
        <p:nvPicPr>
          <p:cNvPr id="959" name="Google Shape;959;g3f899c8ff78_0_181"/>
          <p:cNvPicPr preferRelativeResize="0"/>
          <p:nvPr/>
        </p:nvPicPr>
        <p:blipFill rotWithShape="1">
          <a:blip r:embed="rId3">
            <a:alphaModFix/>
          </a:blip>
          <a:srcRect l="278" r="278"/>
          <a:stretch/>
        </p:blipFill>
        <p:spPr>
          <a:xfrm>
            <a:off x="0" y="0"/>
            <a:ext cx="12192000" cy="6858000"/>
          </a:xfrm>
          <a:prstGeom prst="rect">
            <a:avLst/>
          </a:prstGeom>
          <a:noFill/>
          <a:ln>
            <a:noFill/>
          </a:ln>
        </p:spPr>
      </p:pic>
      <p:pic>
        <p:nvPicPr>
          <p:cNvPr id="960" name="Google Shape;960;g3f899c8ff78_0_181"/>
          <p:cNvPicPr preferRelativeResize="0"/>
          <p:nvPr/>
        </p:nvPicPr>
        <p:blipFill rotWithShape="1">
          <a:blip r:embed="rId4">
            <a:alphaModFix/>
          </a:blip>
          <a:srcRect/>
          <a:stretch/>
        </p:blipFill>
        <p:spPr>
          <a:xfrm>
            <a:off x="-157162" y="1214438"/>
            <a:ext cx="162000" cy="157200"/>
          </a:xfrm>
          <a:prstGeom prst="rect">
            <a:avLst/>
          </a:prstGeom>
          <a:noFill/>
          <a:ln>
            <a:noFill/>
          </a:ln>
        </p:spPr>
      </p:pic>
      <p:sp>
        <p:nvSpPr>
          <p:cNvPr id="961" name="Google Shape;961;g3f899c8ff78_0_181"/>
          <p:cNvSpPr/>
          <p:nvPr/>
        </p:nvSpPr>
        <p:spPr>
          <a:xfrm>
            <a:off x="-48" y="29902"/>
            <a:ext cx="12189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976" name="Google Shape;976;g3f899c8ff78_0_181"/>
          <p:cNvPicPr preferRelativeResize="0"/>
          <p:nvPr/>
        </p:nvPicPr>
        <p:blipFill rotWithShape="1">
          <a:blip r:embed="rId5">
            <a:alphaModFix/>
          </a:blip>
          <a:srcRect l="30" r="20"/>
          <a:stretch/>
        </p:blipFill>
        <p:spPr>
          <a:xfrm>
            <a:off x="8393392" y="6100905"/>
            <a:ext cx="3583500" cy="1074900"/>
          </a:xfrm>
          <a:prstGeom prst="rect">
            <a:avLst/>
          </a:prstGeom>
          <a:noFill/>
          <a:ln>
            <a:noFill/>
          </a:ln>
        </p:spPr>
      </p:pic>
      <p:pic>
        <p:nvPicPr>
          <p:cNvPr id="977" name="Google Shape;977;g3f899c8ff78_0_181"/>
          <p:cNvPicPr preferRelativeResize="0"/>
          <p:nvPr/>
        </p:nvPicPr>
        <p:blipFill rotWithShape="1">
          <a:blip r:embed="rId6">
            <a:alphaModFix/>
          </a:blip>
          <a:srcRect/>
          <a:stretch/>
        </p:blipFill>
        <p:spPr>
          <a:xfrm>
            <a:off x="5631666" y="6238894"/>
            <a:ext cx="928800" cy="619200"/>
          </a:xfrm>
          <a:prstGeom prst="rect">
            <a:avLst/>
          </a:prstGeom>
          <a:noFill/>
          <a:ln>
            <a:noFill/>
          </a:ln>
        </p:spPr>
      </p:pic>
      <p:sp>
        <p:nvSpPr>
          <p:cNvPr id="978"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Results: Detection &amp; Robustness</a:t>
            </a:r>
          </a:p>
        </p:txBody>
      </p:sp>
      <p:sp>
        <p:nvSpPr>
          <p:cNvPr id="979"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Real covariate shift on NF-ToN-IoT-v2 (13.1M flows)</a:t>
            </a:r>
          </a:p>
        </p:txBody>
      </p:sp>
      <p:sp>
        <p:nvSpPr>
          <p:cNvPr id="980" name="Stat tile 1"/>
          <p:cNvSpPr/>
          <p:nvPr/>
        </p:nvSpPr>
        <p:spPr>
          <a:xfrm>
            <a:off x="758952" y="1508760"/>
            <a:ext cx="2544318" cy="9875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81" name="TextBox 980"/>
          <p:cNvSpPr txBox="1"/>
          <p:nvPr/>
        </p:nvSpPr>
        <p:spPr>
          <a:xfrm>
            <a:off x="868680" y="1508760"/>
            <a:ext cx="2324861" cy="987552"/>
          </a:xfrm>
          <a:prstGeom prst="rect">
            <a:avLst/>
          </a:prstGeom>
          <a:noFill/>
        </p:spPr>
        <p:txBody>
          <a:bodyPr wrap="square" lIns="0" tIns="0" rIns="0" bIns="0" anchor="ctr">
            <a:spAutoFit/>
          </a:bodyPr>
          <a:lstStyle/>
          <a:p>
            <a:pPr marL="0" indent="0" algn="ctr">
              <a:spcBef>
                <a:spcPts val="0"/>
              </a:spcBef>
              <a:spcAft>
                <a:spcPts val="0"/>
              </a:spcAft>
              <a:buNone/>
            </a:pPr>
            <a:r>
              <a:rPr sz="2800" b="1" i="0">
                <a:solidFill>
                  <a:srgbClr val="152B77"/>
                </a:solidFill>
                <a:latin typeface="Open Sans"/>
              </a:rPr>
              <a:t>0.9713</a:t>
            </a:r>
          </a:p>
          <a:p>
            <a:pPr marL="0" indent="0" algn="ctr">
              <a:spcBef>
                <a:spcPts val="100"/>
              </a:spcBef>
              <a:spcAft>
                <a:spcPts val="0"/>
              </a:spcAft>
              <a:buNone/>
            </a:pPr>
            <a:r>
              <a:rPr sz="1200" b="0" i="0">
                <a:solidFill>
                  <a:srgbClr val="64748B"/>
                </a:solidFill>
                <a:latin typeface="Open Sans"/>
              </a:rPr>
              <a:t>Mahalanobis AUROC (OOD)</a:t>
            </a:r>
          </a:p>
        </p:txBody>
      </p:sp>
      <p:sp>
        <p:nvSpPr>
          <p:cNvPr id="982" name="Stat tile 2"/>
          <p:cNvSpPr/>
          <p:nvPr/>
        </p:nvSpPr>
        <p:spPr>
          <a:xfrm>
            <a:off x="3467862" y="1508760"/>
            <a:ext cx="2544318" cy="9875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83" name="TextBox 982"/>
          <p:cNvSpPr txBox="1"/>
          <p:nvPr/>
        </p:nvSpPr>
        <p:spPr>
          <a:xfrm>
            <a:off x="3577590" y="1508760"/>
            <a:ext cx="2324861" cy="987552"/>
          </a:xfrm>
          <a:prstGeom prst="rect">
            <a:avLst/>
          </a:prstGeom>
          <a:noFill/>
        </p:spPr>
        <p:txBody>
          <a:bodyPr wrap="square" lIns="0" tIns="0" rIns="0" bIns="0" anchor="ctr">
            <a:spAutoFit/>
          </a:bodyPr>
          <a:lstStyle/>
          <a:p>
            <a:pPr marL="0" indent="0" algn="ctr">
              <a:spcBef>
                <a:spcPts val="0"/>
              </a:spcBef>
              <a:spcAft>
                <a:spcPts val="0"/>
              </a:spcAft>
              <a:buNone/>
            </a:pPr>
            <a:r>
              <a:rPr sz="2800" b="1" i="0">
                <a:solidFill>
                  <a:srgbClr val="152B77"/>
                </a:solidFill>
                <a:latin typeface="Open Sans"/>
              </a:rPr>
              <a:t>100%</a:t>
            </a:r>
          </a:p>
          <a:p>
            <a:pPr marL="0" indent="0" algn="ctr">
              <a:spcBef>
                <a:spcPts val="100"/>
              </a:spcBef>
              <a:spcAft>
                <a:spcPts val="0"/>
              </a:spcAft>
              <a:buNone/>
            </a:pPr>
            <a:r>
              <a:rPr sz="1200" b="0" i="0">
                <a:solidFill>
                  <a:srgbClr val="64748B"/>
                </a:solidFill>
                <a:latin typeface="Open Sans"/>
              </a:rPr>
              <a:t>malformed-input rejection</a:t>
            </a:r>
          </a:p>
        </p:txBody>
      </p:sp>
      <p:sp>
        <p:nvSpPr>
          <p:cNvPr id="984" name="Stat tile 3"/>
          <p:cNvSpPr/>
          <p:nvPr/>
        </p:nvSpPr>
        <p:spPr>
          <a:xfrm>
            <a:off x="6176772" y="1508760"/>
            <a:ext cx="2544318" cy="9875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85" name="TextBox 984"/>
          <p:cNvSpPr txBox="1"/>
          <p:nvPr/>
        </p:nvSpPr>
        <p:spPr>
          <a:xfrm>
            <a:off x="6286500" y="1508760"/>
            <a:ext cx="2324861" cy="987552"/>
          </a:xfrm>
          <a:prstGeom prst="rect">
            <a:avLst/>
          </a:prstGeom>
          <a:noFill/>
        </p:spPr>
        <p:txBody>
          <a:bodyPr wrap="square" lIns="0" tIns="0" rIns="0" bIns="0" anchor="ctr">
            <a:spAutoFit/>
          </a:bodyPr>
          <a:lstStyle/>
          <a:p>
            <a:pPr marL="0" indent="0" algn="ctr">
              <a:spcBef>
                <a:spcPts val="0"/>
              </a:spcBef>
              <a:spcAft>
                <a:spcPts val="0"/>
              </a:spcAft>
              <a:buNone/>
            </a:pPr>
            <a:r>
              <a:rPr sz="2800" b="1" i="0">
                <a:solidFill>
                  <a:srgbClr val="152B77"/>
                </a:solidFill>
                <a:latin typeface="Open Sans"/>
              </a:rPr>
              <a:t>87.19%</a:t>
            </a:r>
          </a:p>
          <a:p>
            <a:pPr marL="0" indent="0" algn="ctr">
              <a:spcBef>
                <a:spcPts val="100"/>
              </a:spcBef>
              <a:spcAft>
                <a:spcPts val="0"/>
              </a:spcAft>
              <a:buNone/>
            </a:pPr>
            <a:r>
              <a:rPr sz="1200" b="0" i="0">
                <a:solidFill>
                  <a:srgbClr val="64748B"/>
                </a:solidFill>
                <a:latin typeface="Open Sans"/>
              </a:rPr>
              <a:t>accuracy, 15 classes</a:t>
            </a:r>
          </a:p>
        </p:txBody>
      </p:sp>
      <p:sp>
        <p:nvSpPr>
          <p:cNvPr id="986" name="Stat tile 4"/>
          <p:cNvSpPr/>
          <p:nvPr/>
        </p:nvSpPr>
        <p:spPr>
          <a:xfrm>
            <a:off x="8885682" y="1508760"/>
            <a:ext cx="2544318" cy="9875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87" name="TextBox 986"/>
          <p:cNvSpPr txBox="1"/>
          <p:nvPr/>
        </p:nvSpPr>
        <p:spPr>
          <a:xfrm>
            <a:off x="8995409" y="1508760"/>
            <a:ext cx="2324861" cy="987552"/>
          </a:xfrm>
          <a:prstGeom prst="rect">
            <a:avLst/>
          </a:prstGeom>
          <a:noFill/>
        </p:spPr>
        <p:txBody>
          <a:bodyPr wrap="square" lIns="0" tIns="0" rIns="0" bIns="0" anchor="ctr">
            <a:spAutoFit/>
          </a:bodyPr>
          <a:lstStyle/>
          <a:p>
            <a:pPr marL="0" indent="0" algn="ctr">
              <a:spcBef>
                <a:spcPts val="0"/>
              </a:spcBef>
              <a:spcAft>
                <a:spcPts val="0"/>
              </a:spcAft>
              <a:buNone/>
            </a:pPr>
            <a:r>
              <a:rPr sz="2800" b="1" i="0">
                <a:solidFill>
                  <a:srgbClr val="152B77"/>
                </a:solidFill>
                <a:latin typeface="Open Sans"/>
              </a:rPr>
              <a:t>78.01%</a:t>
            </a:r>
          </a:p>
          <a:p>
            <a:pPr marL="0" indent="0" algn="ctr">
              <a:spcBef>
                <a:spcPts val="100"/>
              </a:spcBef>
              <a:spcAft>
                <a:spcPts val="0"/>
              </a:spcAft>
              <a:buNone/>
            </a:pPr>
            <a:r>
              <a:rPr sz="1200" b="0" i="0">
                <a:solidFill>
                  <a:srgbClr val="64748B"/>
                </a:solidFill>
                <a:latin typeface="Open Sans"/>
              </a:rPr>
              <a:t>macro-F1, CIC-IDS2018</a:t>
            </a:r>
          </a:p>
        </p:txBody>
      </p:sp>
      <p:sp>
        <p:nvSpPr>
          <p:cNvPr id="988" name="Chart card"/>
          <p:cNvSpPr/>
          <p:nvPr/>
        </p:nvSpPr>
        <p:spPr>
          <a:xfrm>
            <a:off x="758952" y="2679192"/>
            <a:ext cx="6172200" cy="274320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graphicFrame>
        <p:nvGraphicFramePr>
          <p:cNvPr id="989" name="Failure-mode coverage chart"/>
          <p:cNvGraphicFramePr>
            <a:graphicFrameLocks noGrp="1"/>
          </p:cNvGraphicFramePr>
          <p:nvPr/>
        </p:nvGraphicFramePr>
        <p:xfrm>
          <a:off x="850392" y="2743200"/>
          <a:ext cx="5989320" cy="2633472"/>
        </p:xfrm>
        <a:graphic>
          <a:graphicData uri="http://schemas.openxmlformats.org/drawingml/2006/chart">
            <c:chart xmlns:c="http://schemas.openxmlformats.org/drawingml/2006/chart" xmlns:r="http://schemas.openxmlformats.org/officeDocument/2006/relationships" r:id="rId7"/>
          </a:graphicData>
        </a:graphic>
      </p:graphicFrame>
      <p:sp>
        <p:nvSpPr>
          <p:cNvPr id="990" name="Metrics card"/>
          <p:cNvSpPr/>
          <p:nvPr/>
        </p:nvSpPr>
        <p:spPr>
          <a:xfrm>
            <a:off x="7114032" y="2679192"/>
            <a:ext cx="4315968" cy="274320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91" name="TextBox 990"/>
          <p:cNvSpPr txBox="1"/>
          <p:nvPr/>
        </p:nvSpPr>
        <p:spPr>
          <a:xfrm>
            <a:off x="7342632" y="2743200"/>
            <a:ext cx="3858768" cy="36576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OOD DETECTION &amp; 5-SEED RIGOR</a:t>
            </a:r>
          </a:p>
        </p:txBody>
      </p:sp>
      <p:sp>
        <p:nvSpPr>
          <p:cNvPr id="992" name="TextBox 991"/>
          <p:cNvSpPr txBox="1"/>
          <p:nvPr/>
        </p:nvSpPr>
        <p:spPr>
          <a:xfrm>
            <a:off x="7342632" y="3154680"/>
            <a:ext cx="2286000" cy="347472"/>
          </a:xfrm>
          <a:prstGeom prst="rect">
            <a:avLst/>
          </a:prstGeom>
          <a:noFill/>
        </p:spPr>
        <p:txBody>
          <a:bodyPr wrap="square" lIns="0" tIns="0" rIns="0" bIns="0" anchor="ctr">
            <a:spAutoFit/>
          </a:bodyPr>
          <a:lstStyle/>
          <a:p>
            <a:pPr marL="0" indent="0" algn="l">
              <a:spcBef>
                <a:spcPts val="0"/>
              </a:spcBef>
              <a:spcAft>
                <a:spcPts val="0"/>
              </a:spcAft>
              <a:buNone/>
            </a:pPr>
            <a:r>
              <a:rPr sz="1250" b="0" i="0">
                <a:solidFill>
                  <a:srgbClr val="1E293B"/>
                </a:solidFill>
                <a:latin typeface="Open Sans"/>
              </a:rPr>
              <a:t>OOD AUPRC</a:t>
            </a:r>
          </a:p>
        </p:txBody>
      </p:sp>
      <p:sp>
        <p:nvSpPr>
          <p:cNvPr id="993" name="TextBox 992"/>
          <p:cNvSpPr txBox="1"/>
          <p:nvPr/>
        </p:nvSpPr>
        <p:spPr>
          <a:xfrm>
            <a:off x="9308592" y="3154680"/>
            <a:ext cx="1892807" cy="347472"/>
          </a:xfrm>
          <a:prstGeom prst="rect">
            <a:avLst/>
          </a:prstGeom>
          <a:noFill/>
        </p:spPr>
        <p:txBody>
          <a:bodyPr wrap="square" lIns="0" tIns="0" rIns="0" bIns="0" anchor="ctr">
            <a:spAutoFit/>
          </a:bodyPr>
          <a:lstStyle/>
          <a:p>
            <a:pPr marL="0" indent="0" algn="r">
              <a:spcBef>
                <a:spcPts val="0"/>
              </a:spcBef>
              <a:spcAft>
                <a:spcPts val="0"/>
              </a:spcAft>
              <a:buNone/>
            </a:pPr>
            <a:r>
              <a:rPr sz="1300" b="1" i="0">
                <a:solidFill>
                  <a:srgbClr val="152B77"/>
                </a:solidFill>
                <a:latin typeface="Open Sans"/>
              </a:rPr>
              <a:t>0.9639</a:t>
            </a:r>
          </a:p>
        </p:txBody>
      </p:sp>
      <p:cxnSp>
        <p:nvCxnSpPr>
          <p:cNvPr id="994" name="Connector 993"/>
          <p:cNvCxnSpPr/>
          <p:nvPr/>
        </p:nvCxnSpPr>
        <p:spPr>
          <a:xfrm>
            <a:off x="7342632" y="3520440"/>
            <a:ext cx="3858768" cy="0"/>
          </a:xfrm>
          <a:prstGeom prst="line">
            <a:avLst/>
          </a:prstGeom>
          <a:ln w="9525">
            <a:solidFill>
              <a:srgbClr val="E2E8F0"/>
            </a:solidFill>
          </a:ln>
        </p:spPr>
      </p:cxnSp>
      <p:sp>
        <p:nvSpPr>
          <p:cNvPr id="995" name="TextBox 994"/>
          <p:cNvSpPr txBox="1"/>
          <p:nvPr/>
        </p:nvSpPr>
        <p:spPr>
          <a:xfrm>
            <a:off x="7342632" y="3529584"/>
            <a:ext cx="2286000" cy="347472"/>
          </a:xfrm>
          <a:prstGeom prst="rect">
            <a:avLst/>
          </a:prstGeom>
          <a:noFill/>
        </p:spPr>
        <p:txBody>
          <a:bodyPr wrap="square" lIns="0" tIns="0" rIns="0" bIns="0" anchor="ctr">
            <a:spAutoFit/>
          </a:bodyPr>
          <a:lstStyle/>
          <a:p>
            <a:pPr marL="0" indent="0" algn="l">
              <a:spcBef>
                <a:spcPts val="0"/>
              </a:spcBef>
              <a:spcAft>
                <a:spcPts val="0"/>
              </a:spcAft>
              <a:buNone/>
            </a:pPr>
            <a:r>
              <a:rPr sz="1250" b="0" i="0">
                <a:solidFill>
                  <a:srgbClr val="1E293B"/>
                </a:solidFill>
                <a:latin typeface="Open Sans"/>
              </a:rPr>
              <a:t>FPR @ 95% TPR</a:t>
            </a:r>
          </a:p>
        </p:txBody>
      </p:sp>
      <p:sp>
        <p:nvSpPr>
          <p:cNvPr id="996" name="TextBox 995"/>
          <p:cNvSpPr txBox="1"/>
          <p:nvPr/>
        </p:nvSpPr>
        <p:spPr>
          <a:xfrm>
            <a:off x="9308592" y="3529584"/>
            <a:ext cx="1892807" cy="347472"/>
          </a:xfrm>
          <a:prstGeom prst="rect">
            <a:avLst/>
          </a:prstGeom>
          <a:noFill/>
        </p:spPr>
        <p:txBody>
          <a:bodyPr wrap="square" lIns="0" tIns="0" rIns="0" bIns="0" anchor="ctr">
            <a:spAutoFit/>
          </a:bodyPr>
          <a:lstStyle/>
          <a:p>
            <a:pPr marL="0" indent="0" algn="r">
              <a:spcBef>
                <a:spcPts val="0"/>
              </a:spcBef>
              <a:spcAft>
                <a:spcPts val="0"/>
              </a:spcAft>
              <a:buNone/>
            </a:pPr>
            <a:r>
              <a:rPr sz="1300" b="1" i="0">
                <a:solidFill>
                  <a:srgbClr val="152B77"/>
                </a:solidFill>
                <a:latin typeface="Open Sans"/>
              </a:rPr>
              <a:t>6.16%</a:t>
            </a:r>
          </a:p>
        </p:txBody>
      </p:sp>
      <p:cxnSp>
        <p:nvCxnSpPr>
          <p:cNvPr id="997" name="Connector 996"/>
          <p:cNvCxnSpPr/>
          <p:nvPr/>
        </p:nvCxnSpPr>
        <p:spPr>
          <a:xfrm>
            <a:off x="7342632" y="3895344"/>
            <a:ext cx="3858768" cy="0"/>
          </a:xfrm>
          <a:prstGeom prst="line">
            <a:avLst/>
          </a:prstGeom>
          <a:ln w="9525">
            <a:solidFill>
              <a:srgbClr val="E2E8F0"/>
            </a:solidFill>
          </a:ln>
        </p:spPr>
      </p:cxnSp>
      <p:sp>
        <p:nvSpPr>
          <p:cNvPr id="998" name="TextBox 997"/>
          <p:cNvSpPr txBox="1"/>
          <p:nvPr/>
        </p:nvSpPr>
        <p:spPr>
          <a:xfrm>
            <a:off x="7342632" y="3904488"/>
            <a:ext cx="2286000" cy="347472"/>
          </a:xfrm>
          <a:prstGeom prst="rect">
            <a:avLst/>
          </a:prstGeom>
          <a:noFill/>
        </p:spPr>
        <p:txBody>
          <a:bodyPr wrap="square" lIns="0" tIns="0" rIns="0" bIns="0" anchor="ctr">
            <a:spAutoFit/>
          </a:bodyPr>
          <a:lstStyle/>
          <a:p>
            <a:pPr marL="0" indent="0" algn="l">
              <a:spcBef>
                <a:spcPts val="0"/>
              </a:spcBef>
              <a:spcAft>
                <a:spcPts val="0"/>
              </a:spcAft>
              <a:buNone/>
            </a:pPr>
            <a:r>
              <a:rPr sz="1250" b="0" i="0">
                <a:solidFill>
                  <a:srgbClr val="1E293B"/>
                </a:solidFill>
                <a:latin typeface="Open Sans"/>
              </a:rPr>
              <a:t>Weighted-F1</a:t>
            </a:r>
          </a:p>
        </p:txBody>
      </p:sp>
      <p:sp>
        <p:nvSpPr>
          <p:cNvPr id="999" name="TextBox 998"/>
          <p:cNvSpPr txBox="1"/>
          <p:nvPr/>
        </p:nvSpPr>
        <p:spPr>
          <a:xfrm>
            <a:off x="9308592" y="3904488"/>
            <a:ext cx="1892807" cy="347472"/>
          </a:xfrm>
          <a:prstGeom prst="rect">
            <a:avLst/>
          </a:prstGeom>
          <a:noFill/>
        </p:spPr>
        <p:txBody>
          <a:bodyPr wrap="square" lIns="0" tIns="0" rIns="0" bIns="0" anchor="ctr">
            <a:spAutoFit/>
          </a:bodyPr>
          <a:lstStyle/>
          <a:p>
            <a:pPr marL="0" indent="0" algn="r">
              <a:spcBef>
                <a:spcPts val="0"/>
              </a:spcBef>
              <a:spcAft>
                <a:spcPts val="0"/>
              </a:spcAft>
              <a:buNone/>
            </a:pPr>
            <a:r>
              <a:rPr sz="1300" b="1" i="0">
                <a:solidFill>
                  <a:srgbClr val="152B77"/>
                </a:solidFill>
                <a:latin typeface="Open Sans"/>
              </a:rPr>
              <a:t>86.55%</a:t>
            </a:r>
          </a:p>
        </p:txBody>
      </p:sp>
      <p:cxnSp>
        <p:nvCxnSpPr>
          <p:cNvPr id="1000" name="Connector 999"/>
          <p:cNvCxnSpPr/>
          <p:nvPr/>
        </p:nvCxnSpPr>
        <p:spPr>
          <a:xfrm>
            <a:off x="7342632" y="4270248"/>
            <a:ext cx="3858768" cy="0"/>
          </a:xfrm>
          <a:prstGeom prst="line">
            <a:avLst/>
          </a:prstGeom>
          <a:ln w="9525">
            <a:solidFill>
              <a:srgbClr val="E2E8F0"/>
            </a:solidFill>
          </a:ln>
        </p:spPr>
      </p:cxnSp>
      <p:sp>
        <p:nvSpPr>
          <p:cNvPr id="1001" name="TextBox 1000"/>
          <p:cNvSpPr txBox="1"/>
          <p:nvPr/>
        </p:nvSpPr>
        <p:spPr>
          <a:xfrm>
            <a:off x="7342632" y="4279392"/>
            <a:ext cx="2286000" cy="347472"/>
          </a:xfrm>
          <a:prstGeom prst="rect">
            <a:avLst/>
          </a:prstGeom>
          <a:noFill/>
        </p:spPr>
        <p:txBody>
          <a:bodyPr wrap="square" lIns="0" tIns="0" rIns="0" bIns="0" anchor="ctr">
            <a:spAutoFit/>
          </a:bodyPr>
          <a:lstStyle/>
          <a:p>
            <a:pPr marL="0" indent="0" algn="l">
              <a:spcBef>
                <a:spcPts val="0"/>
              </a:spcBef>
              <a:spcAft>
                <a:spcPts val="0"/>
              </a:spcAft>
              <a:buNone/>
            </a:pPr>
            <a:r>
              <a:rPr sz="1250" b="0" i="0">
                <a:solidFill>
                  <a:srgbClr val="1E293B"/>
                </a:solidFill>
                <a:latin typeface="Open Sans"/>
              </a:rPr>
              <a:t>In-dist. clean (5 seeds)</a:t>
            </a:r>
          </a:p>
        </p:txBody>
      </p:sp>
      <p:sp>
        <p:nvSpPr>
          <p:cNvPr id="1002" name="TextBox 1001"/>
          <p:cNvSpPr txBox="1"/>
          <p:nvPr/>
        </p:nvSpPr>
        <p:spPr>
          <a:xfrm>
            <a:off x="9308592" y="4279392"/>
            <a:ext cx="1892807" cy="347472"/>
          </a:xfrm>
          <a:prstGeom prst="rect">
            <a:avLst/>
          </a:prstGeom>
          <a:noFill/>
        </p:spPr>
        <p:txBody>
          <a:bodyPr wrap="square" lIns="0" tIns="0" rIns="0" bIns="0" anchor="ctr">
            <a:spAutoFit/>
          </a:bodyPr>
          <a:lstStyle/>
          <a:p>
            <a:pPr marL="0" indent="0" algn="r">
              <a:spcBef>
                <a:spcPts val="0"/>
              </a:spcBef>
              <a:spcAft>
                <a:spcPts val="0"/>
              </a:spcAft>
              <a:buNone/>
            </a:pPr>
            <a:r>
              <a:rPr sz="1300" b="1" i="0">
                <a:solidFill>
                  <a:srgbClr val="152B77"/>
                </a:solidFill>
                <a:latin typeface="Open Sans"/>
              </a:rPr>
              <a:t>86.94% ± 0.44%</a:t>
            </a:r>
          </a:p>
        </p:txBody>
      </p:sp>
      <p:cxnSp>
        <p:nvCxnSpPr>
          <p:cNvPr id="1003" name="Connector 1002"/>
          <p:cNvCxnSpPr/>
          <p:nvPr/>
        </p:nvCxnSpPr>
        <p:spPr>
          <a:xfrm>
            <a:off x="7342632" y="4645152"/>
            <a:ext cx="3858768" cy="0"/>
          </a:xfrm>
          <a:prstGeom prst="line">
            <a:avLst/>
          </a:prstGeom>
          <a:ln w="9525">
            <a:solidFill>
              <a:srgbClr val="E2E8F0"/>
            </a:solidFill>
          </a:ln>
        </p:spPr>
      </p:cxnSp>
      <p:sp>
        <p:nvSpPr>
          <p:cNvPr id="1004" name="TextBox 1003"/>
          <p:cNvSpPr txBox="1"/>
          <p:nvPr/>
        </p:nvSpPr>
        <p:spPr>
          <a:xfrm>
            <a:off x="7342632" y="4654296"/>
            <a:ext cx="2286000" cy="347472"/>
          </a:xfrm>
          <a:prstGeom prst="rect">
            <a:avLst/>
          </a:prstGeom>
          <a:noFill/>
        </p:spPr>
        <p:txBody>
          <a:bodyPr wrap="square" lIns="0" tIns="0" rIns="0" bIns="0" anchor="ctr">
            <a:spAutoFit/>
          </a:bodyPr>
          <a:lstStyle/>
          <a:p>
            <a:pPr marL="0" indent="0" algn="l">
              <a:spcBef>
                <a:spcPts val="0"/>
              </a:spcBef>
              <a:spcAft>
                <a:spcPts val="0"/>
              </a:spcAft>
              <a:buNone/>
            </a:pPr>
            <a:r>
              <a:rPr sz="1250" b="0" i="0">
                <a:solidFill>
                  <a:srgbClr val="1E293B"/>
                </a:solidFill>
                <a:latin typeface="Open Sans"/>
              </a:rPr>
              <a:t>OOD intercept rate</a:t>
            </a:r>
          </a:p>
        </p:txBody>
      </p:sp>
      <p:sp>
        <p:nvSpPr>
          <p:cNvPr id="1005" name="TextBox 1004"/>
          <p:cNvSpPr txBox="1"/>
          <p:nvPr/>
        </p:nvSpPr>
        <p:spPr>
          <a:xfrm>
            <a:off x="9308592" y="4654296"/>
            <a:ext cx="1892807" cy="347472"/>
          </a:xfrm>
          <a:prstGeom prst="rect">
            <a:avLst/>
          </a:prstGeom>
          <a:noFill/>
        </p:spPr>
        <p:txBody>
          <a:bodyPr wrap="square" lIns="0" tIns="0" rIns="0" bIns="0" anchor="ctr">
            <a:spAutoFit/>
          </a:bodyPr>
          <a:lstStyle/>
          <a:p>
            <a:pPr marL="0" indent="0" algn="r">
              <a:spcBef>
                <a:spcPts val="0"/>
              </a:spcBef>
              <a:spcAft>
                <a:spcPts val="0"/>
              </a:spcAft>
              <a:buNone/>
            </a:pPr>
            <a:r>
              <a:rPr sz="1300" b="1" i="0">
                <a:solidFill>
                  <a:srgbClr val="152B77"/>
                </a:solidFill>
                <a:latin typeface="Open Sans"/>
              </a:rPr>
              <a:t>61.72%</a:t>
            </a:r>
          </a:p>
        </p:txBody>
      </p:sp>
      <p:cxnSp>
        <p:nvCxnSpPr>
          <p:cNvPr id="1006" name="Connector 1005"/>
          <p:cNvCxnSpPr/>
          <p:nvPr/>
        </p:nvCxnSpPr>
        <p:spPr>
          <a:xfrm>
            <a:off x="7342632" y="5020056"/>
            <a:ext cx="3858768" cy="0"/>
          </a:xfrm>
          <a:prstGeom prst="line">
            <a:avLst/>
          </a:prstGeom>
          <a:ln w="9525">
            <a:solidFill>
              <a:srgbClr val="E2E8F0"/>
            </a:solidFill>
          </a:ln>
        </p:spPr>
      </p:cxnSp>
      <p:sp>
        <p:nvSpPr>
          <p:cNvPr id="1007" name="TextBox 1006"/>
          <p:cNvSpPr txBox="1"/>
          <p:nvPr/>
        </p:nvSpPr>
        <p:spPr>
          <a:xfrm>
            <a:off x="7342632" y="5029200"/>
            <a:ext cx="2286000" cy="347472"/>
          </a:xfrm>
          <a:prstGeom prst="rect">
            <a:avLst/>
          </a:prstGeom>
          <a:noFill/>
        </p:spPr>
        <p:txBody>
          <a:bodyPr wrap="square" lIns="0" tIns="0" rIns="0" bIns="0" anchor="ctr">
            <a:spAutoFit/>
          </a:bodyPr>
          <a:lstStyle/>
          <a:p>
            <a:pPr marL="0" indent="0" algn="l">
              <a:spcBef>
                <a:spcPts val="0"/>
              </a:spcBef>
              <a:spcAft>
                <a:spcPts val="0"/>
              </a:spcAft>
              <a:buNone/>
            </a:pPr>
            <a:r>
              <a:rPr sz="1250" b="0" i="0">
                <a:solidFill>
                  <a:srgbClr val="1E293B"/>
                </a:solidFill>
                <a:latin typeface="Open Sans"/>
              </a:rPr>
              <a:t>Noise intercept rate</a:t>
            </a:r>
          </a:p>
        </p:txBody>
      </p:sp>
      <p:sp>
        <p:nvSpPr>
          <p:cNvPr id="1008" name="TextBox 1007"/>
          <p:cNvSpPr txBox="1"/>
          <p:nvPr/>
        </p:nvSpPr>
        <p:spPr>
          <a:xfrm>
            <a:off x="9308592" y="5029200"/>
            <a:ext cx="1892807" cy="347472"/>
          </a:xfrm>
          <a:prstGeom prst="rect">
            <a:avLst/>
          </a:prstGeom>
          <a:noFill/>
        </p:spPr>
        <p:txBody>
          <a:bodyPr wrap="square" lIns="0" tIns="0" rIns="0" bIns="0" anchor="ctr">
            <a:spAutoFit/>
          </a:bodyPr>
          <a:lstStyle/>
          <a:p>
            <a:pPr marL="0" indent="0" algn="r">
              <a:spcBef>
                <a:spcPts val="0"/>
              </a:spcBef>
              <a:spcAft>
                <a:spcPts val="0"/>
              </a:spcAft>
              <a:buNone/>
            </a:pPr>
            <a:r>
              <a:rPr sz="1300" b="1" i="0">
                <a:solidFill>
                  <a:srgbClr val="152B77"/>
                </a:solidFill>
                <a:latin typeface="Open Sans"/>
              </a:rPr>
              <a:t>100%</a:t>
            </a:r>
          </a:p>
        </p:txBody>
      </p:sp>
      <p:sp>
        <p:nvSpPr>
          <p:cNvPr id="1009" name="Banner"/>
          <p:cNvSpPr/>
          <p:nvPr/>
        </p:nvSpPr>
        <p:spPr>
          <a:xfrm>
            <a:off x="758952" y="5550408"/>
            <a:ext cx="10671048" cy="457200"/>
          </a:xfrm>
          <a:prstGeom prst="roundRect">
            <a:avLst>
              <a:gd name="adj" fmla="val 15000"/>
            </a:avLst>
          </a:prstGeom>
          <a:solidFill>
            <a:srgbClr val="152B77"/>
          </a:solidFill>
          <a:ln>
            <a:noFill/>
          </a:ln>
          <a:effectLst/>
        </p:spPr>
        <p:txBody>
          <a:bodyPr rtlCol="0" anchor="ctr"/>
          <a:lstStyle/>
          <a:p>
            <a:pPr algn="ctr"/>
            <a:endParaRPr/>
          </a:p>
        </p:txBody>
      </p:sp>
      <p:sp>
        <p:nvSpPr>
          <p:cNvPr id="1010" name="TextBox 1009"/>
          <p:cNvSpPr txBox="1"/>
          <p:nvPr/>
        </p:nvSpPr>
        <p:spPr>
          <a:xfrm>
            <a:off x="987552" y="5550408"/>
            <a:ext cx="10213848" cy="457200"/>
          </a:xfrm>
          <a:prstGeom prst="rect">
            <a:avLst/>
          </a:prstGeom>
          <a:noFill/>
        </p:spPr>
        <p:txBody>
          <a:bodyPr wrap="square" lIns="0" tIns="0" rIns="0" bIns="0" anchor="ctr">
            <a:spAutoFit/>
          </a:bodyPr>
          <a:lstStyle/>
          <a:p>
            <a:pPr marL="0" indent="0" algn="ctr">
              <a:spcBef>
                <a:spcPts val="0"/>
              </a:spcBef>
              <a:spcAft>
                <a:spcPts val="0"/>
              </a:spcAft>
              <a:buNone/>
            </a:pPr>
            <a:r>
              <a:rPr sz="1400" b="1" i="0">
                <a:solidFill>
                  <a:srgbClr val="FFFFFF"/>
                </a:solidFill>
                <a:latin typeface="Open Sans"/>
              </a:rPr>
              <a:t>MSP alone catches 0% of pipeline corruption; validation and manifold drift close the gap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pic>
        <p:nvPicPr>
          <p:cNvPr id="959" name="Google Shape;959;g3f899c8ff78_0_181"/>
          <p:cNvPicPr preferRelativeResize="0"/>
          <p:nvPr/>
        </p:nvPicPr>
        <p:blipFill rotWithShape="1">
          <a:blip r:embed="rId3">
            <a:alphaModFix/>
          </a:blip>
          <a:srcRect l="278" r="278"/>
          <a:stretch/>
        </p:blipFill>
        <p:spPr>
          <a:xfrm>
            <a:off x="0" y="0"/>
            <a:ext cx="12192000" cy="6858000"/>
          </a:xfrm>
          <a:prstGeom prst="rect">
            <a:avLst/>
          </a:prstGeom>
          <a:noFill/>
          <a:ln>
            <a:noFill/>
          </a:ln>
        </p:spPr>
      </p:pic>
      <p:pic>
        <p:nvPicPr>
          <p:cNvPr id="960" name="Google Shape;960;g3f899c8ff78_0_181"/>
          <p:cNvPicPr preferRelativeResize="0"/>
          <p:nvPr/>
        </p:nvPicPr>
        <p:blipFill rotWithShape="1">
          <a:blip r:embed="rId4">
            <a:alphaModFix/>
          </a:blip>
          <a:srcRect/>
          <a:stretch/>
        </p:blipFill>
        <p:spPr>
          <a:xfrm>
            <a:off x="-157162" y="1214438"/>
            <a:ext cx="162000" cy="157200"/>
          </a:xfrm>
          <a:prstGeom prst="rect">
            <a:avLst/>
          </a:prstGeom>
          <a:noFill/>
          <a:ln>
            <a:noFill/>
          </a:ln>
        </p:spPr>
      </p:pic>
      <p:sp>
        <p:nvSpPr>
          <p:cNvPr id="961" name="Google Shape;961;g3f899c8ff78_0_181"/>
          <p:cNvSpPr/>
          <p:nvPr/>
        </p:nvSpPr>
        <p:spPr>
          <a:xfrm>
            <a:off x="-48" y="29902"/>
            <a:ext cx="12189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976" name="Google Shape;976;g3f899c8ff78_0_181"/>
          <p:cNvPicPr preferRelativeResize="0"/>
          <p:nvPr/>
        </p:nvPicPr>
        <p:blipFill rotWithShape="1">
          <a:blip r:embed="rId5">
            <a:alphaModFix/>
          </a:blip>
          <a:srcRect l="30" r="20"/>
          <a:stretch/>
        </p:blipFill>
        <p:spPr>
          <a:xfrm>
            <a:off x="8393392" y="6100905"/>
            <a:ext cx="3583500" cy="1074900"/>
          </a:xfrm>
          <a:prstGeom prst="rect">
            <a:avLst/>
          </a:prstGeom>
          <a:noFill/>
          <a:ln>
            <a:noFill/>
          </a:ln>
        </p:spPr>
      </p:pic>
      <p:pic>
        <p:nvPicPr>
          <p:cNvPr id="977" name="Google Shape;977;g3f899c8ff78_0_181"/>
          <p:cNvPicPr preferRelativeResize="0"/>
          <p:nvPr/>
        </p:nvPicPr>
        <p:blipFill rotWithShape="1">
          <a:blip r:embed="rId6">
            <a:alphaModFix/>
          </a:blip>
          <a:srcRect/>
          <a:stretch/>
        </p:blipFill>
        <p:spPr>
          <a:xfrm>
            <a:off x="5631666" y="6238894"/>
            <a:ext cx="928800" cy="619200"/>
          </a:xfrm>
          <a:prstGeom prst="rect">
            <a:avLst/>
          </a:prstGeom>
          <a:noFill/>
          <a:ln>
            <a:noFill/>
          </a:ln>
        </p:spPr>
      </p:pic>
      <p:sp>
        <p:nvSpPr>
          <p:cNvPr id="978"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Results: Edge &amp; Quantization</a:t>
            </a:r>
          </a:p>
        </p:txBody>
      </p:sp>
      <p:sp>
        <p:nvSpPr>
          <p:cNvPr id="979"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R0 edge profile (5,000 runs) and the post-training quantization ladder</a:t>
            </a:r>
          </a:p>
        </p:txBody>
      </p:sp>
      <p:sp>
        <p:nvSpPr>
          <p:cNvPr id="980" name="Stat tile 1"/>
          <p:cNvSpPr/>
          <p:nvPr/>
        </p:nvSpPr>
        <p:spPr>
          <a:xfrm>
            <a:off x="758952" y="1508760"/>
            <a:ext cx="2544318" cy="9875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81" name="TextBox 980"/>
          <p:cNvSpPr txBox="1"/>
          <p:nvPr/>
        </p:nvSpPr>
        <p:spPr>
          <a:xfrm>
            <a:off x="868680" y="1508760"/>
            <a:ext cx="2324861" cy="987552"/>
          </a:xfrm>
          <a:prstGeom prst="rect">
            <a:avLst/>
          </a:prstGeom>
          <a:noFill/>
        </p:spPr>
        <p:txBody>
          <a:bodyPr wrap="square" lIns="0" tIns="0" rIns="0" bIns="0" anchor="ctr">
            <a:spAutoFit/>
          </a:bodyPr>
          <a:lstStyle/>
          <a:p>
            <a:pPr marL="0" indent="0" algn="ctr">
              <a:spcBef>
                <a:spcPts val="0"/>
              </a:spcBef>
              <a:spcAft>
                <a:spcPts val="0"/>
              </a:spcAft>
              <a:buNone/>
            </a:pPr>
            <a:r>
              <a:rPr sz="2800" b="1" i="0">
                <a:solidFill>
                  <a:srgbClr val="152B77"/>
                </a:solidFill>
                <a:latin typeface="Open Sans"/>
              </a:rPr>
              <a:t>1.19 ms</a:t>
            </a:r>
          </a:p>
          <a:p>
            <a:pPr marL="0" indent="0" algn="ctr">
              <a:spcBef>
                <a:spcPts val="100"/>
              </a:spcBef>
              <a:spcAft>
                <a:spcPts val="0"/>
              </a:spcAft>
              <a:buNone/>
            </a:pPr>
            <a:r>
              <a:rPr sz="1200" b="0" i="0">
                <a:solidFill>
                  <a:srgbClr val="64748B"/>
                </a:solidFill>
                <a:latin typeface="Open Sans"/>
              </a:rPr>
              <a:t>p95 latency (budget ≤ 2 ms)</a:t>
            </a:r>
          </a:p>
        </p:txBody>
      </p:sp>
      <p:sp>
        <p:nvSpPr>
          <p:cNvPr id="982" name="Stat tile 2"/>
          <p:cNvSpPr/>
          <p:nvPr/>
        </p:nvSpPr>
        <p:spPr>
          <a:xfrm>
            <a:off x="3467862" y="1508760"/>
            <a:ext cx="2544318" cy="9875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83" name="TextBox 982"/>
          <p:cNvSpPr txBox="1"/>
          <p:nvPr/>
        </p:nvSpPr>
        <p:spPr>
          <a:xfrm>
            <a:off x="3577590" y="1508760"/>
            <a:ext cx="2324861" cy="987552"/>
          </a:xfrm>
          <a:prstGeom prst="rect">
            <a:avLst/>
          </a:prstGeom>
          <a:noFill/>
        </p:spPr>
        <p:txBody>
          <a:bodyPr wrap="square" lIns="0" tIns="0" rIns="0" bIns="0" anchor="ctr">
            <a:spAutoFit/>
          </a:bodyPr>
          <a:lstStyle/>
          <a:p>
            <a:pPr marL="0" indent="0" algn="ctr">
              <a:spcBef>
                <a:spcPts val="0"/>
              </a:spcBef>
              <a:spcAft>
                <a:spcPts val="0"/>
              </a:spcAft>
              <a:buNone/>
            </a:pPr>
            <a:r>
              <a:rPr sz="2800" b="1" i="0">
                <a:solidFill>
                  <a:srgbClr val="152B77"/>
                </a:solidFill>
                <a:latin typeface="Open Sans"/>
              </a:rPr>
              <a:t>+0.61 ms</a:t>
            </a:r>
          </a:p>
          <a:p>
            <a:pPr marL="0" indent="0" algn="ctr">
              <a:spcBef>
                <a:spcPts val="100"/>
              </a:spcBef>
              <a:spcAft>
                <a:spcPts val="0"/>
              </a:spcAft>
              <a:buNone/>
            </a:pPr>
            <a:r>
              <a:rPr sz="1200" b="0" i="0">
                <a:solidFill>
                  <a:srgbClr val="64748B"/>
                </a:solidFill>
                <a:latin typeface="Open Sans"/>
              </a:rPr>
              <a:t>overhead vs plain ONNX</a:t>
            </a:r>
          </a:p>
        </p:txBody>
      </p:sp>
      <p:sp>
        <p:nvSpPr>
          <p:cNvPr id="984" name="Stat tile 3"/>
          <p:cNvSpPr/>
          <p:nvPr/>
        </p:nvSpPr>
        <p:spPr>
          <a:xfrm>
            <a:off x="6176772" y="1508760"/>
            <a:ext cx="2544318" cy="9875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85" name="TextBox 984"/>
          <p:cNvSpPr txBox="1"/>
          <p:nvPr/>
        </p:nvSpPr>
        <p:spPr>
          <a:xfrm>
            <a:off x="6286500" y="1508760"/>
            <a:ext cx="2324861" cy="987552"/>
          </a:xfrm>
          <a:prstGeom prst="rect">
            <a:avLst/>
          </a:prstGeom>
          <a:noFill/>
        </p:spPr>
        <p:txBody>
          <a:bodyPr wrap="square" lIns="0" tIns="0" rIns="0" bIns="0" anchor="ctr">
            <a:spAutoFit/>
          </a:bodyPr>
          <a:lstStyle/>
          <a:p>
            <a:pPr marL="0" indent="0" algn="ctr">
              <a:spcBef>
                <a:spcPts val="0"/>
              </a:spcBef>
              <a:spcAft>
                <a:spcPts val="0"/>
              </a:spcAft>
              <a:buNone/>
            </a:pPr>
            <a:r>
              <a:rPr sz="2800" b="1" i="0">
                <a:solidFill>
                  <a:srgbClr val="152B77"/>
                </a:solidFill>
                <a:latin typeface="Open Sans"/>
              </a:rPr>
              <a:t>1,124</a:t>
            </a:r>
          </a:p>
          <a:p>
            <a:pPr marL="0" indent="0" algn="ctr">
              <a:spcBef>
                <a:spcPts val="100"/>
              </a:spcBef>
              <a:spcAft>
                <a:spcPts val="0"/>
              </a:spcAft>
              <a:buNone/>
            </a:pPr>
            <a:r>
              <a:rPr sz="1200" b="0" i="0">
                <a:solidFill>
                  <a:srgbClr val="64748B"/>
                </a:solidFill>
                <a:latin typeface="Open Sans"/>
              </a:rPr>
              <a:t>flows per second</a:t>
            </a:r>
          </a:p>
        </p:txBody>
      </p:sp>
      <p:sp>
        <p:nvSpPr>
          <p:cNvPr id="986" name="Stat tile 4"/>
          <p:cNvSpPr/>
          <p:nvPr/>
        </p:nvSpPr>
        <p:spPr>
          <a:xfrm>
            <a:off x="8885682" y="1508760"/>
            <a:ext cx="2544318" cy="987552"/>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987" name="TextBox 986"/>
          <p:cNvSpPr txBox="1"/>
          <p:nvPr/>
        </p:nvSpPr>
        <p:spPr>
          <a:xfrm>
            <a:off x="8995409" y="1508760"/>
            <a:ext cx="2324861" cy="987552"/>
          </a:xfrm>
          <a:prstGeom prst="rect">
            <a:avLst/>
          </a:prstGeom>
          <a:noFill/>
        </p:spPr>
        <p:txBody>
          <a:bodyPr wrap="square" lIns="0" tIns="0" rIns="0" bIns="0" anchor="ctr">
            <a:spAutoFit/>
          </a:bodyPr>
          <a:lstStyle/>
          <a:p>
            <a:pPr marL="0" indent="0" algn="ctr">
              <a:spcBef>
                <a:spcPts val="0"/>
              </a:spcBef>
              <a:spcAft>
                <a:spcPts val="0"/>
              </a:spcAft>
              <a:buNone/>
            </a:pPr>
            <a:r>
              <a:rPr sz="2800" b="1" i="0">
                <a:solidFill>
                  <a:srgbClr val="152B77"/>
                </a:solidFill>
                <a:latin typeface="Open Sans"/>
              </a:rPr>
              <a:t>~123 MB</a:t>
            </a:r>
          </a:p>
          <a:p>
            <a:pPr marL="0" indent="0" algn="ctr">
              <a:spcBef>
                <a:spcPts val="100"/>
              </a:spcBef>
              <a:spcAft>
                <a:spcPts val="0"/>
              </a:spcAft>
              <a:buNone/>
            </a:pPr>
            <a:r>
              <a:rPr sz="1200" b="0" i="0">
                <a:solidFill>
                  <a:srgbClr val="64748B"/>
                </a:solidFill>
                <a:latin typeface="Open Sans"/>
              </a:rPr>
              <a:t>peak RSS (budget ≤ 512 MB)</a:t>
            </a:r>
          </a:p>
        </p:txBody>
      </p:sp>
      <p:sp>
        <p:nvSpPr>
          <p:cNvPr id="988" name="Latency chart card"/>
          <p:cNvSpPr/>
          <p:nvPr/>
        </p:nvSpPr>
        <p:spPr>
          <a:xfrm>
            <a:off x="758952" y="2679192"/>
            <a:ext cx="5120640" cy="274320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graphicFrame>
        <p:nvGraphicFramePr>
          <p:cNvPr id="989" name="Latency chart"/>
          <p:cNvGraphicFramePr>
            <a:graphicFrameLocks noGrp="1"/>
          </p:cNvGraphicFramePr>
          <p:nvPr/>
        </p:nvGraphicFramePr>
        <p:xfrm>
          <a:off x="850392" y="2743200"/>
          <a:ext cx="4937759" cy="2633472"/>
        </p:xfrm>
        <a:graphic>
          <a:graphicData uri="http://schemas.openxmlformats.org/drawingml/2006/chart">
            <c:chart xmlns:c="http://schemas.openxmlformats.org/drawingml/2006/chart" xmlns:r="http://schemas.openxmlformats.org/officeDocument/2006/relationships" r:id="rId7"/>
          </a:graphicData>
        </a:graphic>
      </p:graphicFrame>
      <p:sp>
        <p:nvSpPr>
          <p:cNvPr id="990" name="Quantization chart card"/>
          <p:cNvSpPr/>
          <p:nvPr/>
        </p:nvSpPr>
        <p:spPr>
          <a:xfrm>
            <a:off x="6062472" y="2679192"/>
            <a:ext cx="5367528" cy="274320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graphicFrame>
        <p:nvGraphicFramePr>
          <p:cNvPr id="991" name="Quantization chart"/>
          <p:cNvGraphicFramePr>
            <a:graphicFrameLocks noGrp="1"/>
          </p:cNvGraphicFramePr>
          <p:nvPr/>
        </p:nvGraphicFramePr>
        <p:xfrm>
          <a:off x="6153912" y="2743200"/>
          <a:ext cx="5184648" cy="2633472"/>
        </p:xfrm>
        <a:graphic>
          <a:graphicData uri="http://schemas.openxmlformats.org/drawingml/2006/chart">
            <c:chart xmlns:c="http://schemas.openxmlformats.org/drawingml/2006/chart" xmlns:r="http://schemas.openxmlformats.org/officeDocument/2006/relationships" r:id="rId8"/>
          </a:graphicData>
        </a:graphic>
      </p:graphicFrame>
      <p:sp>
        <p:nvSpPr>
          <p:cNvPr id="992" name="Banner"/>
          <p:cNvSpPr/>
          <p:nvPr/>
        </p:nvSpPr>
        <p:spPr>
          <a:xfrm>
            <a:off x="758952" y="5550408"/>
            <a:ext cx="10671048" cy="457200"/>
          </a:xfrm>
          <a:prstGeom prst="roundRect">
            <a:avLst>
              <a:gd name="adj" fmla="val 15000"/>
            </a:avLst>
          </a:prstGeom>
          <a:solidFill>
            <a:srgbClr val="152B77"/>
          </a:solidFill>
          <a:ln>
            <a:noFill/>
          </a:ln>
          <a:effectLst/>
        </p:spPr>
        <p:txBody>
          <a:bodyPr rtlCol="0" anchor="ctr"/>
          <a:lstStyle/>
          <a:p>
            <a:pPr algn="ctr"/>
            <a:endParaRPr/>
          </a:p>
        </p:txBody>
      </p:sp>
      <p:sp>
        <p:nvSpPr>
          <p:cNvPr id="993" name="TextBox 992"/>
          <p:cNvSpPr txBox="1"/>
          <p:nvPr/>
        </p:nvSpPr>
        <p:spPr>
          <a:xfrm>
            <a:off x="987552" y="5550408"/>
            <a:ext cx="10213848" cy="457200"/>
          </a:xfrm>
          <a:prstGeom prst="rect">
            <a:avLst/>
          </a:prstGeom>
          <a:noFill/>
        </p:spPr>
        <p:txBody>
          <a:bodyPr wrap="square" lIns="0" tIns="0" rIns="0" bIns="0" anchor="ctr">
            <a:spAutoFit/>
          </a:bodyPr>
          <a:lstStyle/>
          <a:p>
            <a:pPr marL="0" indent="0" algn="ctr">
              <a:spcBef>
                <a:spcPts val="0"/>
              </a:spcBef>
              <a:spcAft>
                <a:spcPts val="0"/>
              </a:spcAft>
              <a:buNone/>
            </a:pPr>
            <a:r>
              <a:rPr sz="1400" b="1" i="0">
                <a:solidFill>
                  <a:srgbClr val="FFFFFF"/>
                </a:solidFill>
                <a:latin typeface="Open Sans"/>
              </a:rPr>
              <a:t>INT4 keeps 97.8% of F1 at 80.7% compression; INT8 loses 38% to activation clipping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pic>
        <p:nvPicPr>
          <p:cNvPr id="987" name="Google Shape;987;g3f899c8ff78_0_2298"/>
          <p:cNvPicPr preferRelativeResize="0"/>
          <p:nvPr/>
        </p:nvPicPr>
        <p:blipFill rotWithShape="1">
          <a:blip r:embed="rId3">
            <a:alphaModFix/>
          </a:blip>
          <a:srcRect l="278" r="278"/>
          <a:stretch/>
        </p:blipFill>
        <p:spPr>
          <a:xfrm>
            <a:off x="0" y="0"/>
            <a:ext cx="12192000" cy="6858000"/>
          </a:xfrm>
          <a:prstGeom prst="rect">
            <a:avLst/>
          </a:prstGeom>
          <a:noFill/>
          <a:ln>
            <a:noFill/>
          </a:ln>
        </p:spPr>
      </p:pic>
      <p:sp>
        <p:nvSpPr>
          <p:cNvPr id="988" name="Google Shape;988;g3f899c8ff78_0_2298"/>
          <p:cNvSpPr/>
          <p:nvPr/>
        </p:nvSpPr>
        <p:spPr>
          <a:xfrm>
            <a:off x="-48" y="29902"/>
            <a:ext cx="12189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021" name="Google Shape;1021;g3f899c8ff78_0_2298"/>
          <p:cNvPicPr preferRelativeResize="0"/>
          <p:nvPr/>
        </p:nvPicPr>
        <p:blipFill rotWithShape="1">
          <a:blip r:embed="rId4">
            <a:alphaModFix/>
          </a:blip>
          <a:srcRect l="30" r="20"/>
          <a:stretch/>
        </p:blipFill>
        <p:spPr>
          <a:xfrm>
            <a:off x="8393392" y="6100905"/>
            <a:ext cx="3583500" cy="1074900"/>
          </a:xfrm>
          <a:prstGeom prst="roundRect">
            <a:avLst>
              <a:gd name="adj" fmla="val 0"/>
            </a:avLst>
          </a:prstGeom>
          <a:noFill/>
          <a:ln>
            <a:noFill/>
          </a:ln>
        </p:spPr>
      </p:pic>
      <p:pic>
        <p:nvPicPr>
          <p:cNvPr id="1022" name="Google Shape;1022;g3f899c8ff78_0_2298"/>
          <p:cNvPicPr preferRelativeResize="0"/>
          <p:nvPr/>
        </p:nvPicPr>
        <p:blipFill rotWithShape="1">
          <a:blip r:embed="rId5">
            <a:alphaModFix/>
          </a:blip>
          <a:srcRect/>
          <a:stretch/>
        </p:blipFill>
        <p:spPr>
          <a:xfrm>
            <a:off x="5631666" y="6238894"/>
            <a:ext cx="928800" cy="619200"/>
          </a:xfrm>
          <a:prstGeom prst="roundRect">
            <a:avLst>
              <a:gd name="adj" fmla="val 0"/>
            </a:avLst>
          </a:prstGeom>
          <a:noFill/>
          <a:ln>
            <a:noFill/>
          </a:ln>
        </p:spPr>
      </p:pic>
      <p:sp>
        <p:nvSpPr>
          <p:cNvPr id="1023"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Future Research</a:t>
            </a:r>
          </a:p>
        </p:txBody>
      </p:sp>
      <p:sp>
        <p:nvSpPr>
          <p:cNvPr id="1024"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Six directions to harden and extend SEMANTICSHIELD</a:t>
            </a:r>
          </a:p>
        </p:txBody>
      </p:sp>
      <p:sp>
        <p:nvSpPr>
          <p:cNvPr id="1025" name="Future card 1"/>
          <p:cNvSpPr/>
          <p:nvPr/>
        </p:nvSpPr>
        <p:spPr>
          <a:xfrm>
            <a:off x="758952" y="1508760"/>
            <a:ext cx="3383280" cy="21031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26" name="Oval 1025"/>
          <p:cNvSpPr/>
          <p:nvPr/>
        </p:nvSpPr>
        <p:spPr>
          <a:xfrm>
            <a:off x="941832" y="1691639"/>
            <a:ext cx="365760" cy="365760"/>
          </a:xfrm>
          <a:prstGeom prst="ellipse">
            <a:avLst/>
          </a:prstGeom>
          <a:solidFill>
            <a:srgbClr val="D50581"/>
          </a:solidFill>
          <a:ln>
            <a:noFill/>
          </a:ln>
          <a:effectLst/>
        </p:spPr>
        <p:txBody>
          <a:bodyPr lIns="0" tIns="0" rIns="0" bIns="0" rtlCol="0" anchor="ctr"/>
          <a:lstStyle/>
          <a:p>
            <a:pPr marL="0" indent="0" algn="ctr">
              <a:spcBef>
                <a:spcPts val="0"/>
              </a:spcBef>
              <a:spcAft>
                <a:spcPts val="0"/>
              </a:spcAft>
              <a:buNone/>
            </a:pPr>
            <a:r>
              <a:rPr sz="1200" b="1" i="0">
                <a:solidFill>
                  <a:srgbClr val="FFFFFF"/>
                </a:solidFill>
                <a:latin typeface="Open Sans"/>
              </a:rPr>
              <a:t>01</a:t>
            </a:r>
          </a:p>
        </p:txBody>
      </p:sp>
      <p:sp>
        <p:nvSpPr>
          <p:cNvPr id="1027" name="TextBox 1026"/>
          <p:cNvSpPr txBox="1"/>
          <p:nvPr/>
        </p:nvSpPr>
        <p:spPr>
          <a:xfrm>
            <a:off x="1444752" y="1645919"/>
            <a:ext cx="2560320" cy="45720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Physical Edge Hardware</a:t>
            </a:r>
          </a:p>
        </p:txBody>
      </p:sp>
      <p:sp>
        <p:nvSpPr>
          <p:cNvPr id="1028" name="TextBox 1027"/>
          <p:cNvSpPr txBox="1"/>
          <p:nvPr/>
        </p:nvSpPr>
        <p:spPr>
          <a:xfrm>
            <a:off x="987552" y="2240280"/>
            <a:ext cx="2926080" cy="1280160"/>
          </a:xfrm>
          <a:prstGeom prst="rect">
            <a:avLst/>
          </a:prstGeom>
          <a:noFill/>
        </p:spPr>
        <p:txBody>
          <a:bodyPr wrap="square" lIns="0" tIns="0" rIns="0" bIns="0" anchor="t">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Raspberry Pi 4 (Cortex-A72) and Jetson Nano</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Thermal throttling, NPU/TPU acceleration</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Docker cgroups v2 isolation</a:t>
            </a:r>
          </a:p>
        </p:txBody>
      </p:sp>
      <p:sp>
        <p:nvSpPr>
          <p:cNvPr id="1029" name="Future card 2"/>
          <p:cNvSpPr/>
          <p:nvPr/>
        </p:nvSpPr>
        <p:spPr>
          <a:xfrm>
            <a:off x="4402836" y="1508760"/>
            <a:ext cx="3383280" cy="21031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30" name="Oval 1029"/>
          <p:cNvSpPr/>
          <p:nvPr/>
        </p:nvSpPr>
        <p:spPr>
          <a:xfrm>
            <a:off x="4585716" y="1691639"/>
            <a:ext cx="365760" cy="365760"/>
          </a:xfrm>
          <a:prstGeom prst="ellipse">
            <a:avLst/>
          </a:prstGeom>
          <a:solidFill>
            <a:srgbClr val="D50581"/>
          </a:solidFill>
          <a:ln>
            <a:noFill/>
          </a:ln>
          <a:effectLst/>
        </p:spPr>
        <p:txBody>
          <a:bodyPr lIns="0" tIns="0" rIns="0" bIns="0" rtlCol="0" anchor="ctr"/>
          <a:lstStyle/>
          <a:p>
            <a:pPr marL="0" indent="0" algn="ctr">
              <a:spcBef>
                <a:spcPts val="0"/>
              </a:spcBef>
              <a:spcAft>
                <a:spcPts val="0"/>
              </a:spcAft>
              <a:buNone/>
            </a:pPr>
            <a:r>
              <a:rPr sz="1200" b="1" i="0">
                <a:solidFill>
                  <a:srgbClr val="FFFFFF"/>
                </a:solidFill>
                <a:latin typeface="Open Sans"/>
              </a:rPr>
              <a:t>02</a:t>
            </a:r>
          </a:p>
        </p:txBody>
      </p:sp>
      <p:sp>
        <p:nvSpPr>
          <p:cNvPr id="1031" name="TextBox 1030"/>
          <p:cNvSpPr txBox="1"/>
          <p:nvPr/>
        </p:nvSpPr>
        <p:spPr>
          <a:xfrm>
            <a:off x="5088636" y="1645919"/>
            <a:ext cx="2560320" cy="45720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Advanced OOD Methods</a:t>
            </a:r>
          </a:p>
        </p:txBody>
      </p:sp>
      <p:sp>
        <p:nvSpPr>
          <p:cNvPr id="1032" name="TextBox 1031"/>
          <p:cNvSpPr txBox="1"/>
          <p:nvPr/>
        </p:nvSpPr>
        <p:spPr>
          <a:xfrm>
            <a:off x="4631436" y="2240280"/>
            <a:ext cx="2926080" cy="1280160"/>
          </a:xfrm>
          <a:prstGeom prst="rect">
            <a:avLst/>
          </a:prstGeom>
          <a:noFill/>
        </p:spPr>
        <p:txBody>
          <a:bodyPr wrap="square" lIns="0" tIns="0" rIns="0" bIns="0" anchor="t">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Energy-based scoring (Liu, 2020)</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ReAct activation clipping (Sun, 2021)</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Gram-matrix correlations (Sastry &amp; Oore, 2020)</a:t>
            </a:r>
          </a:p>
        </p:txBody>
      </p:sp>
      <p:sp>
        <p:nvSpPr>
          <p:cNvPr id="1033" name="Future card 3"/>
          <p:cNvSpPr/>
          <p:nvPr/>
        </p:nvSpPr>
        <p:spPr>
          <a:xfrm>
            <a:off x="8046720" y="1508760"/>
            <a:ext cx="3383280" cy="21031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34" name="Oval 1033"/>
          <p:cNvSpPr/>
          <p:nvPr/>
        </p:nvSpPr>
        <p:spPr>
          <a:xfrm>
            <a:off x="8229600" y="1691639"/>
            <a:ext cx="365760" cy="365760"/>
          </a:xfrm>
          <a:prstGeom prst="ellipse">
            <a:avLst/>
          </a:prstGeom>
          <a:solidFill>
            <a:srgbClr val="D50581"/>
          </a:solidFill>
          <a:ln>
            <a:noFill/>
          </a:ln>
          <a:effectLst/>
        </p:spPr>
        <p:txBody>
          <a:bodyPr lIns="0" tIns="0" rIns="0" bIns="0" rtlCol="0" anchor="ctr"/>
          <a:lstStyle/>
          <a:p>
            <a:pPr marL="0" indent="0" algn="ctr">
              <a:spcBef>
                <a:spcPts val="0"/>
              </a:spcBef>
              <a:spcAft>
                <a:spcPts val="0"/>
              </a:spcAft>
              <a:buNone/>
            </a:pPr>
            <a:r>
              <a:rPr sz="1200" b="1" i="0">
                <a:solidFill>
                  <a:srgbClr val="FFFFFF"/>
                </a:solidFill>
                <a:latin typeface="Open Sans"/>
              </a:rPr>
              <a:t>03</a:t>
            </a:r>
          </a:p>
        </p:txBody>
      </p:sp>
      <p:sp>
        <p:nvSpPr>
          <p:cNvPr id="1035" name="TextBox 1034"/>
          <p:cNvSpPr txBox="1"/>
          <p:nvPr/>
        </p:nvSpPr>
        <p:spPr>
          <a:xfrm>
            <a:off x="8732520" y="1645919"/>
            <a:ext cx="2560320" cy="45720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Concept Drift Adaptation</a:t>
            </a:r>
          </a:p>
        </p:txBody>
      </p:sp>
      <p:sp>
        <p:nvSpPr>
          <p:cNvPr id="1036" name="TextBox 1035"/>
          <p:cNvSpPr txBox="1"/>
          <p:nvPr/>
        </p:nvSpPr>
        <p:spPr>
          <a:xfrm>
            <a:off x="8275320" y="2240280"/>
            <a:ext cx="2926080" cy="1280160"/>
          </a:xfrm>
          <a:prstGeom prst="rect">
            <a:avLst/>
          </a:prstGeom>
          <a:noFill/>
        </p:spPr>
        <p:txBody>
          <a:bodyPr wrap="square" lIns="0" tIns="0" rIns="0" bIns="0" anchor="t">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Online learning with automated retraining triggers</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MLOps lifecycle governance</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Drift monitoring dashboards</a:t>
            </a:r>
          </a:p>
        </p:txBody>
      </p:sp>
      <p:sp>
        <p:nvSpPr>
          <p:cNvPr id="1037" name="Future card 4"/>
          <p:cNvSpPr/>
          <p:nvPr/>
        </p:nvSpPr>
        <p:spPr>
          <a:xfrm>
            <a:off x="758952" y="3794760"/>
            <a:ext cx="3383280" cy="21031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38" name="Oval 1037"/>
          <p:cNvSpPr/>
          <p:nvPr/>
        </p:nvSpPr>
        <p:spPr>
          <a:xfrm>
            <a:off x="941832" y="3977640"/>
            <a:ext cx="365760" cy="365760"/>
          </a:xfrm>
          <a:prstGeom prst="ellipse">
            <a:avLst/>
          </a:prstGeom>
          <a:solidFill>
            <a:srgbClr val="D50581"/>
          </a:solidFill>
          <a:ln>
            <a:noFill/>
          </a:ln>
          <a:effectLst/>
        </p:spPr>
        <p:txBody>
          <a:bodyPr lIns="0" tIns="0" rIns="0" bIns="0" rtlCol="0" anchor="ctr"/>
          <a:lstStyle/>
          <a:p>
            <a:pPr marL="0" indent="0" algn="ctr">
              <a:spcBef>
                <a:spcPts val="0"/>
              </a:spcBef>
              <a:spcAft>
                <a:spcPts val="0"/>
              </a:spcAft>
              <a:buNone/>
            </a:pPr>
            <a:r>
              <a:rPr sz="1200" b="1" i="0">
                <a:solidFill>
                  <a:srgbClr val="FFFFFF"/>
                </a:solidFill>
                <a:latin typeface="Open Sans"/>
              </a:rPr>
              <a:t>04</a:t>
            </a:r>
          </a:p>
        </p:txBody>
      </p:sp>
      <p:sp>
        <p:nvSpPr>
          <p:cNvPr id="1039" name="TextBox 1038"/>
          <p:cNvSpPr txBox="1"/>
          <p:nvPr/>
        </p:nvSpPr>
        <p:spPr>
          <a:xfrm>
            <a:off x="1444752" y="3931920"/>
            <a:ext cx="2560320" cy="45720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Adversarial Robustness</a:t>
            </a:r>
          </a:p>
        </p:txBody>
      </p:sp>
      <p:sp>
        <p:nvSpPr>
          <p:cNvPr id="1040" name="TextBox 1039"/>
          <p:cNvSpPr txBox="1"/>
          <p:nvPr/>
        </p:nvSpPr>
        <p:spPr>
          <a:xfrm>
            <a:off x="987552" y="4526280"/>
            <a:ext cx="2926080" cy="1280160"/>
          </a:xfrm>
          <a:prstGeom prst="rect">
            <a:avLst/>
          </a:prstGeom>
          <a:noFill/>
        </p:spPr>
        <p:txBody>
          <a:bodyPr wrap="square" lIns="0" tIns="0" rIns="0" bIns="0" anchor="t">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Realistic evasion attacks (Apruzzese, 2023)</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Perturbations that keep valid packet semantics</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PGD and FGSM evaluation</a:t>
            </a:r>
          </a:p>
        </p:txBody>
      </p:sp>
      <p:sp>
        <p:nvSpPr>
          <p:cNvPr id="1041" name="Future card 5"/>
          <p:cNvSpPr/>
          <p:nvPr/>
        </p:nvSpPr>
        <p:spPr>
          <a:xfrm>
            <a:off x="4402836" y="3794760"/>
            <a:ext cx="3383280" cy="21031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42" name="Oval 1041"/>
          <p:cNvSpPr/>
          <p:nvPr/>
        </p:nvSpPr>
        <p:spPr>
          <a:xfrm>
            <a:off x="4585716" y="3977640"/>
            <a:ext cx="365760" cy="365760"/>
          </a:xfrm>
          <a:prstGeom prst="ellipse">
            <a:avLst/>
          </a:prstGeom>
          <a:solidFill>
            <a:srgbClr val="D50581"/>
          </a:solidFill>
          <a:ln>
            <a:noFill/>
          </a:ln>
          <a:effectLst/>
        </p:spPr>
        <p:txBody>
          <a:bodyPr lIns="0" tIns="0" rIns="0" bIns="0" rtlCol="0" anchor="ctr"/>
          <a:lstStyle/>
          <a:p>
            <a:pPr marL="0" indent="0" algn="ctr">
              <a:spcBef>
                <a:spcPts val="0"/>
              </a:spcBef>
              <a:spcAft>
                <a:spcPts val="0"/>
              </a:spcAft>
              <a:buNone/>
            </a:pPr>
            <a:r>
              <a:rPr sz="1200" b="1" i="0">
                <a:solidFill>
                  <a:srgbClr val="FFFFFF"/>
                </a:solidFill>
                <a:latin typeface="Open Sans"/>
              </a:rPr>
              <a:t>05</a:t>
            </a:r>
          </a:p>
        </p:txBody>
      </p:sp>
      <p:sp>
        <p:nvSpPr>
          <p:cNvPr id="1043" name="TextBox 1042"/>
          <p:cNvSpPr txBox="1"/>
          <p:nvPr/>
        </p:nvSpPr>
        <p:spPr>
          <a:xfrm>
            <a:off x="5088636" y="3931920"/>
            <a:ext cx="2560320" cy="45720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Quantization-Aware Training</a:t>
            </a:r>
          </a:p>
        </p:txBody>
      </p:sp>
      <p:sp>
        <p:nvSpPr>
          <p:cNvPr id="1044" name="TextBox 1043"/>
          <p:cNvSpPr txBox="1"/>
          <p:nvPr/>
        </p:nvSpPr>
        <p:spPr>
          <a:xfrm>
            <a:off x="4631436" y="4526280"/>
            <a:ext cx="2926080" cy="1280160"/>
          </a:xfrm>
          <a:prstGeom prst="rect">
            <a:avLst/>
          </a:prstGeom>
          <a:noFill/>
        </p:spPr>
        <p:txBody>
          <a:bodyPr wrap="square" lIns="0" tIns="0" rIns="0" bIns="0" anchor="t">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Replace post-training INT8 with QAT</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Learn clipping ranges during training</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Mixed-precision strategies</a:t>
            </a:r>
          </a:p>
        </p:txBody>
      </p:sp>
      <p:sp>
        <p:nvSpPr>
          <p:cNvPr id="1045" name="Future card 6"/>
          <p:cNvSpPr/>
          <p:nvPr/>
        </p:nvSpPr>
        <p:spPr>
          <a:xfrm>
            <a:off x="8046720" y="3794760"/>
            <a:ext cx="3383280" cy="210312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46" name="Oval 1045"/>
          <p:cNvSpPr/>
          <p:nvPr/>
        </p:nvSpPr>
        <p:spPr>
          <a:xfrm>
            <a:off x="8229600" y="3977640"/>
            <a:ext cx="365760" cy="365760"/>
          </a:xfrm>
          <a:prstGeom prst="ellipse">
            <a:avLst/>
          </a:prstGeom>
          <a:solidFill>
            <a:srgbClr val="D50581"/>
          </a:solidFill>
          <a:ln>
            <a:noFill/>
          </a:ln>
          <a:effectLst/>
        </p:spPr>
        <p:txBody>
          <a:bodyPr lIns="0" tIns="0" rIns="0" bIns="0" rtlCol="0" anchor="ctr"/>
          <a:lstStyle/>
          <a:p>
            <a:pPr marL="0" indent="0" algn="ctr">
              <a:spcBef>
                <a:spcPts val="0"/>
              </a:spcBef>
              <a:spcAft>
                <a:spcPts val="0"/>
              </a:spcAft>
              <a:buNone/>
            </a:pPr>
            <a:r>
              <a:rPr sz="1200" b="1" i="0">
                <a:solidFill>
                  <a:srgbClr val="FFFFFF"/>
                </a:solidFill>
                <a:latin typeface="Open Sans"/>
              </a:rPr>
              <a:t>06</a:t>
            </a:r>
          </a:p>
        </p:txBody>
      </p:sp>
      <p:sp>
        <p:nvSpPr>
          <p:cNvPr id="1047" name="TextBox 1046"/>
          <p:cNvSpPr txBox="1"/>
          <p:nvPr/>
        </p:nvSpPr>
        <p:spPr>
          <a:xfrm>
            <a:off x="8732520" y="3931920"/>
            <a:ext cx="2560320" cy="457200"/>
          </a:xfrm>
          <a:prstGeom prst="rect">
            <a:avLst/>
          </a:prstGeom>
          <a:noFill/>
        </p:spPr>
        <p:txBody>
          <a:bodyPr wrap="square" lIns="0" tIns="0" rIns="0" bIns="0" anchor="ctr">
            <a:spAutoFit/>
          </a:bodyPr>
          <a:lstStyle/>
          <a:p>
            <a:pPr marL="0" indent="0" algn="l">
              <a:spcBef>
                <a:spcPts val="0"/>
              </a:spcBef>
              <a:spcAft>
                <a:spcPts val="0"/>
              </a:spcAft>
              <a:buNone/>
            </a:pPr>
            <a:r>
              <a:rPr sz="1500" b="1" i="0">
                <a:solidFill>
                  <a:srgbClr val="152B77"/>
                </a:solidFill>
                <a:latin typeface="Open Sans"/>
              </a:rPr>
              <a:t>Federated Deployment</a:t>
            </a:r>
          </a:p>
        </p:txBody>
      </p:sp>
      <p:sp>
        <p:nvSpPr>
          <p:cNvPr id="1048" name="TextBox 1047"/>
          <p:cNvSpPr txBox="1"/>
          <p:nvPr/>
        </p:nvSpPr>
        <p:spPr>
          <a:xfrm>
            <a:off x="8275320" y="4526280"/>
            <a:ext cx="2926080" cy="1280160"/>
          </a:xfrm>
          <a:prstGeom prst="rect">
            <a:avLst/>
          </a:prstGeom>
          <a:noFill/>
        </p:spPr>
        <p:txBody>
          <a:bodyPr wrap="square" lIns="0" tIns="0" rIns="0" bIns="0" anchor="t">
            <a:spAutoFit/>
          </a:bodyPr>
          <a:lstStyle/>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Edge NIDS share drift statistics, not raw telemetry</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Privacy-preserving threat intelligence</a:t>
            </a:r>
          </a:p>
          <a:p>
            <a:pPr marL="219456" indent="-219456" algn="l">
              <a:spcBef>
                <a:spcPts val="0"/>
              </a:spcBef>
              <a:spcAft>
                <a:spcPts val="500"/>
              </a:spcAft>
              <a:buClr>
                <a:srgbClr val="D50581"/>
              </a:buClr>
              <a:buSzPct val="70000"/>
              <a:buFont typeface="Arial"/>
              <a:buChar char="●"/>
            </a:pPr>
            <a:r>
              <a:rPr sz="1250" b="0" i="0">
                <a:solidFill>
                  <a:srgbClr val="1E293B"/>
                </a:solidFill>
                <a:latin typeface="Open Sans"/>
              </a:rPr>
              <a:t>Federated aggregation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3f899c8ff78_0_3093"/>
          <p:cNvSpPr/>
          <p:nvPr/>
        </p:nvSpPr>
        <p:spPr>
          <a:xfrm>
            <a:off x="0" y="0"/>
            <a:ext cx="12192000" cy="68580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032" name="Google Shape;1032;g3f899c8ff78_0_3093"/>
          <p:cNvPicPr preferRelativeResize="0"/>
          <p:nvPr/>
        </p:nvPicPr>
        <p:blipFill rotWithShape="1">
          <a:blip r:embed="rId3">
            <a:alphaModFix/>
          </a:blip>
          <a:srcRect l="278" r="278"/>
          <a:stretch/>
        </p:blipFill>
        <p:spPr>
          <a:xfrm>
            <a:off x="0" y="0"/>
            <a:ext cx="12192000" cy="6858000"/>
          </a:xfrm>
          <a:prstGeom prst="rect">
            <a:avLst/>
          </a:prstGeom>
          <a:noFill/>
          <a:ln>
            <a:noFill/>
          </a:ln>
        </p:spPr>
      </p:pic>
      <p:sp>
        <p:nvSpPr>
          <p:cNvPr id="1033" name="Google Shape;1033;g3f899c8ff78_0_3093"/>
          <p:cNvSpPr/>
          <p:nvPr/>
        </p:nvSpPr>
        <p:spPr>
          <a:xfrm>
            <a:off x="0" y="29528"/>
            <a:ext cx="12192000" cy="42000"/>
          </a:xfrm>
          <a:prstGeom prst="rect">
            <a:avLst/>
          </a:prstGeom>
          <a:solidFill>
            <a:srgbClr val="D505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47" name="Google Shape;1047;g3f899c8ff78_0_3093"/>
          <p:cNvGrpSpPr/>
          <p:nvPr/>
        </p:nvGrpSpPr>
        <p:grpSpPr>
          <a:xfrm>
            <a:off x="5631180" y="6100763"/>
            <a:ext cx="6345450" cy="1074300"/>
            <a:chOff x="5631180" y="6100763"/>
            <a:chExt cx="6345450" cy="1074300"/>
          </a:xfrm>
        </p:grpSpPr>
        <p:pic>
          <p:nvPicPr>
            <p:cNvPr id="1048" name="Google Shape;1048;g3f899c8ff78_0_3093"/>
            <p:cNvPicPr preferRelativeResize="0"/>
            <p:nvPr/>
          </p:nvPicPr>
          <p:blipFill rotWithShape="1">
            <a:blip r:embed="rId4">
              <a:alphaModFix/>
            </a:blip>
            <a:srcRect/>
            <a:stretch/>
          </p:blipFill>
          <p:spPr>
            <a:xfrm>
              <a:off x="8393430" y="6100763"/>
              <a:ext cx="3583200" cy="1074300"/>
            </a:xfrm>
            <a:prstGeom prst="roundRect">
              <a:avLst>
                <a:gd name="adj" fmla="val 0"/>
              </a:avLst>
            </a:prstGeom>
            <a:noFill/>
            <a:ln>
              <a:noFill/>
            </a:ln>
          </p:spPr>
        </p:pic>
        <p:pic>
          <p:nvPicPr>
            <p:cNvPr id="1049" name="Google Shape;1049;g3f899c8ff78_0_3093"/>
            <p:cNvPicPr preferRelativeResize="0"/>
            <p:nvPr/>
          </p:nvPicPr>
          <p:blipFill rotWithShape="1">
            <a:blip r:embed="rId5">
              <a:alphaModFix/>
            </a:blip>
            <a:srcRect/>
            <a:stretch/>
          </p:blipFill>
          <p:spPr>
            <a:xfrm>
              <a:off x="5631180" y="6238875"/>
              <a:ext cx="928800" cy="619200"/>
            </a:xfrm>
            <a:prstGeom prst="rect">
              <a:avLst/>
            </a:prstGeom>
            <a:noFill/>
            <a:ln>
              <a:noFill/>
            </a:ln>
          </p:spPr>
        </p:pic>
      </p:grpSp>
      <p:sp>
        <p:nvSpPr>
          <p:cNvPr id="1050" name="Title"/>
          <p:cNvSpPr txBox="1"/>
          <p:nvPr/>
        </p:nvSpPr>
        <p:spPr>
          <a:xfrm>
            <a:off x="758952" y="329184"/>
            <a:ext cx="10671048" cy="658368"/>
          </a:xfrm>
          <a:prstGeom prst="rect">
            <a:avLst/>
          </a:prstGeom>
          <a:noFill/>
        </p:spPr>
        <p:txBody>
          <a:bodyPr wrap="square" lIns="0" tIns="0" rIns="0" bIns="0" anchor="t">
            <a:spAutoFit/>
          </a:bodyPr>
          <a:lstStyle/>
          <a:p>
            <a:pPr marL="0" indent="0" algn="l">
              <a:spcBef>
                <a:spcPts val="0"/>
              </a:spcBef>
              <a:spcAft>
                <a:spcPts val="0"/>
              </a:spcAft>
              <a:buNone/>
            </a:pPr>
            <a:r>
              <a:rPr sz="3600" b="1" i="0">
                <a:solidFill>
                  <a:srgbClr val="152B77"/>
                </a:solidFill>
                <a:latin typeface="Open Sans"/>
              </a:rPr>
              <a:t>Conclusion</a:t>
            </a:r>
          </a:p>
        </p:txBody>
      </p:sp>
      <p:sp>
        <p:nvSpPr>
          <p:cNvPr id="1051" name="Subtitle"/>
          <p:cNvSpPr txBox="1"/>
          <p:nvPr/>
        </p:nvSpPr>
        <p:spPr>
          <a:xfrm>
            <a:off x="758952" y="950976"/>
            <a:ext cx="10671048" cy="365760"/>
          </a:xfrm>
          <a:prstGeom prst="rect">
            <a:avLst/>
          </a:prstGeom>
          <a:noFill/>
        </p:spPr>
        <p:txBody>
          <a:bodyPr wrap="square" lIns="0" tIns="0" rIns="0" bIns="0" anchor="t">
            <a:spAutoFit/>
          </a:bodyPr>
          <a:lstStyle/>
          <a:p>
            <a:pPr marL="0" indent="0" algn="l">
              <a:spcBef>
                <a:spcPts val="0"/>
              </a:spcBef>
              <a:spcAft>
                <a:spcPts val="0"/>
              </a:spcAft>
              <a:buNone/>
            </a:pPr>
            <a:r>
              <a:rPr sz="1800" b="0" i="0">
                <a:solidFill>
                  <a:srgbClr val="555555"/>
                </a:solidFill>
                <a:latin typeface="Open Sans"/>
              </a:rPr>
              <a:t>First invariant-aware runtime assurance layer inside the ONNX graph</a:t>
            </a:r>
          </a:p>
        </p:txBody>
      </p:sp>
      <p:sp>
        <p:nvSpPr>
          <p:cNvPr id="1052" name="Stat tile 1"/>
          <p:cNvSpPr/>
          <p:nvPr/>
        </p:nvSpPr>
        <p:spPr>
          <a:xfrm>
            <a:off x="758952" y="1463040"/>
            <a:ext cx="2011680" cy="10972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53" name="TextBox 1052"/>
          <p:cNvSpPr txBox="1"/>
          <p:nvPr/>
        </p:nvSpPr>
        <p:spPr>
          <a:xfrm>
            <a:off x="868680" y="1463040"/>
            <a:ext cx="1792224" cy="1097280"/>
          </a:xfrm>
          <a:prstGeom prst="rect">
            <a:avLst/>
          </a:prstGeom>
          <a:noFill/>
        </p:spPr>
        <p:txBody>
          <a:bodyPr wrap="square" lIns="0" tIns="0" rIns="0" bIns="0" anchor="ctr">
            <a:spAutoFit/>
          </a:bodyPr>
          <a:lstStyle/>
          <a:p>
            <a:pPr marL="0" indent="0" algn="ctr">
              <a:spcBef>
                <a:spcPts val="0"/>
              </a:spcBef>
              <a:spcAft>
                <a:spcPts val="0"/>
              </a:spcAft>
              <a:buNone/>
            </a:pPr>
            <a:r>
              <a:rPr sz="2400" b="1" i="0">
                <a:solidFill>
                  <a:srgbClr val="152B77"/>
                </a:solidFill>
                <a:latin typeface="Open Sans"/>
              </a:rPr>
              <a:t>0.9713</a:t>
            </a:r>
          </a:p>
          <a:p>
            <a:pPr marL="0" indent="0" algn="ctr">
              <a:spcBef>
                <a:spcPts val="100"/>
              </a:spcBef>
              <a:spcAft>
                <a:spcPts val="0"/>
              </a:spcAft>
              <a:buNone/>
            </a:pPr>
            <a:r>
              <a:rPr sz="1150" b="0" i="0">
                <a:solidFill>
                  <a:srgbClr val="64748B"/>
                </a:solidFill>
                <a:latin typeface="Open Sans"/>
              </a:rPr>
              <a:t>AUROC under real covariate shift</a:t>
            </a:r>
          </a:p>
        </p:txBody>
      </p:sp>
      <p:sp>
        <p:nvSpPr>
          <p:cNvPr id="1054" name="Stat tile 2"/>
          <p:cNvSpPr/>
          <p:nvPr/>
        </p:nvSpPr>
        <p:spPr>
          <a:xfrm>
            <a:off x="2923794" y="1463040"/>
            <a:ext cx="2011680" cy="10972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55" name="TextBox 1054"/>
          <p:cNvSpPr txBox="1"/>
          <p:nvPr/>
        </p:nvSpPr>
        <p:spPr>
          <a:xfrm>
            <a:off x="3033522" y="1463040"/>
            <a:ext cx="1792224" cy="1097280"/>
          </a:xfrm>
          <a:prstGeom prst="rect">
            <a:avLst/>
          </a:prstGeom>
          <a:noFill/>
        </p:spPr>
        <p:txBody>
          <a:bodyPr wrap="square" lIns="0" tIns="0" rIns="0" bIns="0" anchor="ctr">
            <a:spAutoFit/>
          </a:bodyPr>
          <a:lstStyle/>
          <a:p>
            <a:pPr marL="0" indent="0" algn="ctr">
              <a:spcBef>
                <a:spcPts val="0"/>
              </a:spcBef>
              <a:spcAft>
                <a:spcPts val="0"/>
              </a:spcAft>
              <a:buNone/>
            </a:pPr>
            <a:r>
              <a:rPr sz="2400" b="1" i="0">
                <a:solidFill>
                  <a:srgbClr val="152B77"/>
                </a:solidFill>
                <a:latin typeface="Open Sans"/>
              </a:rPr>
              <a:t>100%</a:t>
            </a:r>
          </a:p>
          <a:p>
            <a:pPr marL="0" indent="0" algn="ctr">
              <a:spcBef>
                <a:spcPts val="100"/>
              </a:spcBef>
              <a:spcAft>
                <a:spcPts val="0"/>
              </a:spcAft>
              <a:buNone/>
            </a:pPr>
            <a:r>
              <a:rPr sz="1150" b="0" i="0">
                <a:solidFill>
                  <a:srgbClr val="64748B"/>
                </a:solidFill>
                <a:latin typeface="Open Sans"/>
              </a:rPr>
              <a:t>rejection of malformed inputs</a:t>
            </a:r>
          </a:p>
        </p:txBody>
      </p:sp>
      <p:sp>
        <p:nvSpPr>
          <p:cNvPr id="1056" name="Stat tile 3"/>
          <p:cNvSpPr/>
          <p:nvPr/>
        </p:nvSpPr>
        <p:spPr>
          <a:xfrm>
            <a:off x="5088636" y="1463040"/>
            <a:ext cx="2011680" cy="10972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57" name="TextBox 1056"/>
          <p:cNvSpPr txBox="1"/>
          <p:nvPr/>
        </p:nvSpPr>
        <p:spPr>
          <a:xfrm>
            <a:off x="5198364" y="1463040"/>
            <a:ext cx="1792224" cy="1097280"/>
          </a:xfrm>
          <a:prstGeom prst="rect">
            <a:avLst/>
          </a:prstGeom>
          <a:noFill/>
        </p:spPr>
        <p:txBody>
          <a:bodyPr wrap="square" lIns="0" tIns="0" rIns="0" bIns="0" anchor="ctr">
            <a:spAutoFit/>
          </a:bodyPr>
          <a:lstStyle/>
          <a:p>
            <a:pPr marL="0" indent="0" algn="ctr">
              <a:spcBef>
                <a:spcPts val="0"/>
              </a:spcBef>
              <a:spcAft>
                <a:spcPts val="0"/>
              </a:spcAft>
              <a:buNone/>
            </a:pPr>
            <a:r>
              <a:rPr sz="2400" b="1" i="0">
                <a:solidFill>
                  <a:srgbClr val="152B77"/>
                </a:solidFill>
                <a:latin typeface="Open Sans"/>
              </a:rPr>
              <a:t>1.19 ms</a:t>
            </a:r>
          </a:p>
          <a:p>
            <a:pPr marL="0" indent="0" algn="ctr">
              <a:spcBef>
                <a:spcPts val="100"/>
              </a:spcBef>
              <a:spcAft>
                <a:spcPts val="0"/>
              </a:spcAft>
              <a:buNone/>
            </a:pPr>
            <a:r>
              <a:rPr sz="1150" b="0" i="0">
                <a:solidFill>
                  <a:srgbClr val="64748B"/>
                </a:solidFill>
                <a:latin typeface="Open Sans"/>
              </a:rPr>
              <a:t>p95 latency (≤ 2 ms budget)</a:t>
            </a:r>
          </a:p>
        </p:txBody>
      </p:sp>
      <p:sp>
        <p:nvSpPr>
          <p:cNvPr id="1058" name="Stat tile 4"/>
          <p:cNvSpPr/>
          <p:nvPr/>
        </p:nvSpPr>
        <p:spPr>
          <a:xfrm>
            <a:off x="7253478" y="1463040"/>
            <a:ext cx="2011680" cy="10972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59" name="TextBox 1058"/>
          <p:cNvSpPr txBox="1"/>
          <p:nvPr/>
        </p:nvSpPr>
        <p:spPr>
          <a:xfrm>
            <a:off x="7363206" y="1463040"/>
            <a:ext cx="1792224" cy="1097280"/>
          </a:xfrm>
          <a:prstGeom prst="rect">
            <a:avLst/>
          </a:prstGeom>
          <a:noFill/>
        </p:spPr>
        <p:txBody>
          <a:bodyPr wrap="square" lIns="0" tIns="0" rIns="0" bIns="0" anchor="ctr">
            <a:spAutoFit/>
          </a:bodyPr>
          <a:lstStyle/>
          <a:p>
            <a:pPr marL="0" indent="0" algn="ctr">
              <a:spcBef>
                <a:spcPts val="0"/>
              </a:spcBef>
              <a:spcAft>
                <a:spcPts val="0"/>
              </a:spcAft>
              <a:buNone/>
            </a:pPr>
            <a:r>
              <a:rPr sz="2400" b="1" i="0">
                <a:solidFill>
                  <a:srgbClr val="152B77"/>
                </a:solidFill>
                <a:latin typeface="Open Sans"/>
              </a:rPr>
              <a:t>~123 MB</a:t>
            </a:r>
          </a:p>
          <a:p>
            <a:pPr marL="0" indent="0" algn="ctr">
              <a:spcBef>
                <a:spcPts val="100"/>
              </a:spcBef>
              <a:spcAft>
                <a:spcPts val="0"/>
              </a:spcAft>
              <a:buNone/>
            </a:pPr>
            <a:r>
              <a:rPr sz="1150" b="0" i="0">
                <a:solidFill>
                  <a:srgbClr val="64748B"/>
                </a:solidFill>
                <a:latin typeface="Open Sans"/>
              </a:rPr>
              <a:t>peak RSS (≤ 512 MB budget)</a:t>
            </a:r>
          </a:p>
        </p:txBody>
      </p:sp>
      <p:sp>
        <p:nvSpPr>
          <p:cNvPr id="1060" name="Stat tile 5"/>
          <p:cNvSpPr/>
          <p:nvPr/>
        </p:nvSpPr>
        <p:spPr>
          <a:xfrm>
            <a:off x="9418320" y="1463040"/>
            <a:ext cx="2011680" cy="10972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61" name="TextBox 1060"/>
          <p:cNvSpPr txBox="1"/>
          <p:nvPr/>
        </p:nvSpPr>
        <p:spPr>
          <a:xfrm>
            <a:off x="9528048" y="1463040"/>
            <a:ext cx="1792224" cy="1097280"/>
          </a:xfrm>
          <a:prstGeom prst="rect">
            <a:avLst/>
          </a:prstGeom>
          <a:noFill/>
        </p:spPr>
        <p:txBody>
          <a:bodyPr wrap="square" lIns="0" tIns="0" rIns="0" bIns="0" anchor="ctr">
            <a:spAutoFit/>
          </a:bodyPr>
          <a:lstStyle/>
          <a:p>
            <a:pPr marL="0" indent="0" algn="ctr">
              <a:spcBef>
                <a:spcPts val="0"/>
              </a:spcBef>
              <a:spcAft>
                <a:spcPts val="0"/>
              </a:spcAft>
              <a:buNone/>
            </a:pPr>
            <a:r>
              <a:rPr sz="2400" b="1" i="0">
                <a:solidFill>
                  <a:srgbClr val="152B77"/>
                </a:solidFill>
                <a:latin typeface="Open Sans"/>
              </a:rPr>
              <a:t>80.7%</a:t>
            </a:r>
          </a:p>
          <a:p>
            <a:pPr marL="0" indent="0" algn="ctr">
              <a:spcBef>
                <a:spcPts val="100"/>
              </a:spcBef>
              <a:spcAft>
                <a:spcPts val="0"/>
              </a:spcAft>
              <a:buNone/>
            </a:pPr>
            <a:r>
              <a:rPr sz="1150" b="0" i="0">
                <a:solidFill>
                  <a:srgbClr val="64748B"/>
                </a:solidFill>
                <a:latin typeface="Open Sans"/>
              </a:rPr>
              <a:t>compression, 97.8% F1 kept</a:t>
            </a:r>
          </a:p>
        </p:txBody>
      </p:sp>
      <p:sp>
        <p:nvSpPr>
          <p:cNvPr id="1062" name="TextBox 1061"/>
          <p:cNvSpPr txBox="1"/>
          <p:nvPr/>
        </p:nvSpPr>
        <p:spPr>
          <a:xfrm>
            <a:off x="758952" y="2697480"/>
            <a:ext cx="5486400" cy="274320"/>
          </a:xfrm>
          <a:prstGeom prst="rect">
            <a:avLst/>
          </a:prstGeom>
          <a:noFill/>
        </p:spPr>
        <p:txBody>
          <a:bodyPr wrap="square" lIns="0" tIns="0" rIns="0" bIns="0" anchor="ctr">
            <a:spAutoFit/>
          </a:bodyPr>
          <a:lstStyle/>
          <a:p>
            <a:pPr marL="0" indent="0" algn="l">
              <a:spcBef>
                <a:spcPts val="0"/>
              </a:spcBef>
              <a:spcAft>
                <a:spcPts val="0"/>
              </a:spcAft>
              <a:buNone/>
            </a:pPr>
            <a:r>
              <a:rPr sz="1300" b="1" i="0">
                <a:solidFill>
                  <a:srgbClr val="D50581"/>
                </a:solidFill>
                <a:latin typeface="Open Sans"/>
              </a:rPr>
              <a:t>NOVEL FINDINGS</a:t>
            </a:r>
          </a:p>
        </p:txBody>
      </p:sp>
      <p:sp>
        <p:nvSpPr>
          <p:cNvPr id="1063" name="Finding 1"/>
          <p:cNvSpPr/>
          <p:nvPr/>
        </p:nvSpPr>
        <p:spPr>
          <a:xfrm>
            <a:off x="758952" y="3017520"/>
            <a:ext cx="3383280" cy="17830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64" name="TextBox 1063"/>
          <p:cNvSpPr txBox="1"/>
          <p:nvPr/>
        </p:nvSpPr>
        <p:spPr>
          <a:xfrm>
            <a:off x="987552" y="3200400"/>
            <a:ext cx="2926080" cy="1645920"/>
          </a:xfrm>
          <a:prstGeom prst="rect">
            <a:avLst/>
          </a:prstGeom>
          <a:noFill/>
        </p:spPr>
        <p:txBody>
          <a:bodyPr wrap="square" lIns="0" tIns="0" rIns="0" bIns="0" anchor="t">
            <a:spAutoFit/>
          </a:bodyPr>
          <a:lstStyle/>
          <a:p>
            <a:pPr marL="0" indent="0" algn="l">
              <a:spcBef>
                <a:spcPts val="0"/>
              </a:spcBef>
              <a:spcAft>
                <a:spcPts val="0"/>
              </a:spcAft>
              <a:buNone/>
            </a:pPr>
            <a:r>
              <a:rPr sz="2400" b="1" i="0">
                <a:solidFill>
                  <a:srgbClr val="D50581"/>
                </a:solidFill>
                <a:latin typeface="Open Sans"/>
              </a:rPr>
              <a:t>38.1%</a:t>
            </a:r>
          </a:p>
          <a:p>
            <a:pPr marL="0" indent="0" algn="l">
              <a:spcBef>
                <a:spcPts val="200"/>
              </a:spcBef>
              <a:spcAft>
                <a:spcPts val="0"/>
              </a:spcAft>
              <a:buNone/>
            </a:pPr>
            <a:r>
              <a:rPr sz="1400" b="1" i="0">
                <a:solidFill>
                  <a:srgbClr val="152B77"/>
                </a:solidFill>
                <a:latin typeface="Open Sans"/>
              </a:rPr>
              <a:t>Features physically incompatible</a:t>
            </a:r>
          </a:p>
          <a:p>
            <a:pPr marL="0" indent="0" algn="l">
              <a:spcBef>
                <a:spcPts val="300"/>
              </a:spcBef>
              <a:spcAft>
                <a:spcPts val="0"/>
              </a:spcAft>
              <a:buNone/>
            </a:pPr>
            <a:r>
              <a:rPr sz="1250" b="0" i="0">
                <a:solidFill>
                  <a:srgbClr val="1E293B"/>
                </a:solidFill>
                <a:latin typeface="Open Sans"/>
              </a:rPr>
              <a:t>CICFlowMeter vs nProbe NetFlow: first systematic audit (κ = 1.0)</a:t>
            </a:r>
          </a:p>
        </p:txBody>
      </p:sp>
      <p:sp>
        <p:nvSpPr>
          <p:cNvPr id="1065" name="Finding 2"/>
          <p:cNvSpPr/>
          <p:nvPr/>
        </p:nvSpPr>
        <p:spPr>
          <a:xfrm>
            <a:off x="4402836" y="3017520"/>
            <a:ext cx="3383280" cy="17830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66" name="TextBox 1065"/>
          <p:cNvSpPr txBox="1"/>
          <p:nvPr/>
        </p:nvSpPr>
        <p:spPr>
          <a:xfrm>
            <a:off x="4631436" y="3200400"/>
            <a:ext cx="2926080" cy="1645920"/>
          </a:xfrm>
          <a:prstGeom prst="rect">
            <a:avLst/>
          </a:prstGeom>
          <a:noFill/>
        </p:spPr>
        <p:txBody>
          <a:bodyPr wrap="square" lIns="0" tIns="0" rIns="0" bIns="0" anchor="t">
            <a:spAutoFit/>
          </a:bodyPr>
          <a:lstStyle/>
          <a:p>
            <a:pPr marL="0" indent="0" algn="l">
              <a:spcBef>
                <a:spcPts val="0"/>
              </a:spcBef>
              <a:spcAft>
                <a:spcPts val="0"/>
              </a:spcAft>
              <a:buNone/>
            </a:pPr>
            <a:r>
              <a:rPr sz="2400" b="1" i="0">
                <a:solidFill>
                  <a:srgbClr val="D50581"/>
                </a:solidFill>
                <a:latin typeface="Open Sans"/>
              </a:rPr>
              <a:t>−38% F1</a:t>
            </a:r>
          </a:p>
          <a:p>
            <a:pPr marL="0" indent="0" algn="l">
              <a:spcBef>
                <a:spcPts val="200"/>
              </a:spcBef>
              <a:spcAft>
                <a:spcPts val="0"/>
              </a:spcAft>
              <a:buNone/>
            </a:pPr>
            <a:r>
              <a:rPr sz="1400" b="1" i="0">
                <a:solidFill>
                  <a:srgbClr val="152B77"/>
                </a:solidFill>
                <a:latin typeface="Open Sans"/>
              </a:rPr>
              <a:t>INT8 collapses on tabular NIDS</a:t>
            </a:r>
          </a:p>
          <a:p>
            <a:pPr marL="0" indent="0" algn="l">
              <a:spcBef>
                <a:spcPts val="300"/>
              </a:spcBef>
              <a:spcAft>
                <a:spcPts val="0"/>
              </a:spcAft>
              <a:buNone/>
            </a:pPr>
            <a:r>
              <a:rPr sz="1250" b="0" i="0">
                <a:solidFill>
                  <a:srgbClr val="1E293B"/>
                </a:solidFill>
                <a:latin typeface="Open Sans"/>
              </a:rPr>
              <a:t>Activation outlier clipping, previously undocumented</a:t>
            </a:r>
          </a:p>
        </p:txBody>
      </p:sp>
      <p:sp>
        <p:nvSpPr>
          <p:cNvPr id="1067" name="Finding 3"/>
          <p:cNvSpPr/>
          <p:nvPr/>
        </p:nvSpPr>
        <p:spPr>
          <a:xfrm>
            <a:off x="8046720" y="3017520"/>
            <a:ext cx="3383280" cy="1783080"/>
          </a:xfrm>
          <a:prstGeom prst="roundRect">
            <a:avLst>
              <a:gd name="adj" fmla="val 4000"/>
            </a:avLst>
          </a:prstGeom>
          <a:solidFill>
            <a:srgbClr val="F8FAFC"/>
          </a:solidFill>
          <a:ln w="13970">
            <a:solidFill>
              <a:srgbClr val="E2E8F0"/>
            </a:solidFill>
          </a:ln>
          <a:effectLst/>
        </p:spPr>
        <p:txBody>
          <a:bodyPr rtlCol="0" anchor="ctr"/>
          <a:lstStyle/>
          <a:p>
            <a:pPr algn="ctr"/>
            <a:endParaRPr/>
          </a:p>
        </p:txBody>
      </p:sp>
      <p:sp>
        <p:nvSpPr>
          <p:cNvPr id="1068" name="TextBox 1067"/>
          <p:cNvSpPr txBox="1"/>
          <p:nvPr/>
        </p:nvSpPr>
        <p:spPr>
          <a:xfrm>
            <a:off x="8275320" y="3200400"/>
            <a:ext cx="2926080" cy="1645920"/>
          </a:xfrm>
          <a:prstGeom prst="rect">
            <a:avLst/>
          </a:prstGeom>
          <a:noFill/>
        </p:spPr>
        <p:txBody>
          <a:bodyPr wrap="square" lIns="0" tIns="0" rIns="0" bIns="0" anchor="t">
            <a:spAutoFit/>
          </a:bodyPr>
          <a:lstStyle/>
          <a:p>
            <a:pPr marL="0" indent="0" algn="l">
              <a:spcBef>
                <a:spcPts val="0"/>
              </a:spcBef>
              <a:spcAft>
                <a:spcPts val="0"/>
              </a:spcAft>
              <a:buNone/>
            </a:pPr>
            <a:r>
              <a:rPr sz="2400" b="1" i="0">
                <a:solidFill>
                  <a:srgbClr val="D50581"/>
                </a:solidFill>
                <a:latin typeface="Open Sans"/>
              </a:rPr>
              <a:t>97.8% F1</a:t>
            </a:r>
          </a:p>
          <a:p>
            <a:pPr marL="0" indent="0" algn="l">
              <a:spcBef>
                <a:spcPts val="200"/>
              </a:spcBef>
              <a:spcAft>
                <a:spcPts val="0"/>
              </a:spcAft>
              <a:buNone/>
            </a:pPr>
            <a:r>
              <a:rPr sz="1400" b="1" i="0">
                <a:solidFill>
                  <a:srgbClr val="152B77"/>
                </a:solidFill>
                <a:latin typeface="Open Sans"/>
              </a:rPr>
              <a:t>Weight-only INT4 holds</a:t>
            </a:r>
          </a:p>
          <a:p>
            <a:pPr marL="0" indent="0" algn="l">
              <a:spcBef>
                <a:spcPts val="300"/>
              </a:spcBef>
              <a:spcAft>
                <a:spcPts val="0"/>
              </a:spcAft>
              <a:buNone/>
            </a:pPr>
            <a:r>
              <a:rPr sz="1250" b="0" i="0">
                <a:solidFill>
                  <a:srgbClr val="1E293B"/>
                </a:solidFill>
                <a:latin typeface="Open Sans"/>
              </a:rPr>
              <a:t>Degradation stems from activation quantization, not weight precision</a:t>
            </a:r>
          </a:p>
        </p:txBody>
      </p:sp>
      <p:sp>
        <p:nvSpPr>
          <p:cNvPr id="1069" name="Banner"/>
          <p:cNvSpPr/>
          <p:nvPr/>
        </p:nvSpPr>
        <p:spPr>
          <a:xfrm>
            <a:off x="758952" y="5029200"/>
            <a:ext cx="10671048" cy="841248"/>
          </a:xfrm>
          <a:prstGeom prst="roundRect">
            <a:avLst>
              <a:gd name="adj" fmla="val 15000"/>
            </a:avLst>
          </a:prstGeom>
          <a:solidFill>
            <a:srgbClr val="152B77"/>
          </a:solidFill>
          <a:ln>
            <a:noFill/>
          </a:ln>
          <a:effectLst/>
        </p:spPr>
        <p:txBody>
          <a:bodyPr rtlCol="0" anchor="ctr"/>
          <a:lstStyle/>
          <a:p>
            <a:pPr algn="ctr"/>
            <a:endParaRPr/>
          </a:p>
        </p:txBody>
      </p:sp>
      <p:sp>
        <p:nvSpPr>
          <p:cNvPr id="1070" name="TextBox 1069"/>
          <p:cNvSpPr txBox="1"/>
          <p:nvPr/>
        </p:nvSpPr>
        <p:spPr>
          <a:xfrm>
            <a:off x="987552" y="5029200"/>
            <a:ext cx="10213848" cy="841248"/>
          </a:xfrm>
          <a:prstGeom prst="rect">
            <a:avLst/>
          </a:prstGeom>
          <a:noFill/>
        </p:spPr>
        <p:txBody>
          <a:bodyPr wrap="square" lIns="0" tIns="0" rIns="0" bIns="0" anchor="ctr">
            <a:spAutoFit/>
          </a:bodyPr>
          <a:lstStyle/>
          <a:p>
            <a:pPr marL="0" indent="0" algn="ctr">
              <a:spcBef>
                <a:spcPts val="0"/>
              </a:spcBef>
              <a:spcAft>
                <a:spcPts val="0"/>
              </a:spcAft>
              <a:buNone/>
            </a:pPr>
            <a:r>
              <a:rPr sz="1400" b="1" i="0">
                <a:solidFill>
                  <a:srgbClr val="FFFFFF"/>
                </a:solidFill>
                <a:latin typeface="Open Sans"/>
              </a:rPr>
              <a:t>Deliverables: 12-page IEEE/ACM manuscript · 89 verified claims · 71 passing tests · 19 JSON result sets · 23 figures · 19 tables · 23 SHA-256 checksums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3"/>
          <p:cNvSpPr/>
          <p:nvPr/>
        </p:nvSpPr>
        <p:spPr>
          <a:xfrm rot="10800000" flipH="1">
            <a:off x="0" y="4991549"/>
            <a:ext cx="12192000" cy="1868330"/>
          </a:xfrm>
          <a:custGeom>
            <a:avLst/>
            <a:gdLst/>
            <a:ahLst/>
            <a:cxnLst/>
            <a:rect l="l" t="t" r="r" b="b"/>
            <a:pathLst>
              <a:path w="12192000" h="1849280" extrusionOk="0">
                <a:moveTo>
                  <a:pt x="0" y="0"/>
                </a:moveTo>
                <a:lnTo>
                  <a:pt x="12192000" y="0"/>
                </a:lnTo>
                <a:lnTo>
                  <a:pt x="12192000" y="186952"/>
                </a:lnTo>
                <a:lnTo>
                  <a:pt x="12192000" y="818931"/>
                </a:lnTo>
                <a:lnTo>
                  <a:pt x="12192000" y="840787"/>
                </a:lnTo>
                <a:lnTo>
                  <a:pt x="8562582" y="840787"/>
                </a:lnTo>
                <a:lnTo>
                  <a:pt x="8478620" y="849018"/>
                </a:lnTo>
                <a:cubicBezTo>
                  <a:pt x="8396239" y="865330"/>
                  <a:pt x="8319738" y="905428"/>
                  <a:pt x="8259064" y="965215"/>
                </a:cubicBezTo>
                <a:cubicBezTo>
                  <a:pt x="8062323" y="1159072"/>
                  <a:pt x="7684842" y="1531019"/>
                  <a:pt x="7488101" y="1724845"/>
                </a:cubicBezTo>
                <a:cubicBezTo>
                  <a:pt x="7407173" y="1804593"/>
                  <a:pt x="7298166" y="1849279"/>
                  <a:pt x="7184574" y="1849279"/>
                </a:cubicBezTo>
                <a:cubicBezTo>
                  <a:pt x="6527111" y="1849279"/>
                  <a:pt x="4204624" y="1849279"/>
                  <a:pt x="3008494" y="1849279"/>
                </a:cubicBezTo>
                <a:lnTo>
                  <a:pt x="2908771" y="1849279"/>
                </a:lnTo>
                <a:lnTo>
                  <a:pt x="2908771" y="1849280"/>
                </a:lnTo>
                <a:lnTo>
                  <a:pt x="0" y="1849280"/>
                </a:lnTo>
                <a:lnTo>
                  <a:pt x="0" y="1827428"/>
                </a:lnTo>
                <a:lnTo>
                  <a:pt x="0" y="1594838"/>
                </a:lnTo>
                <a:lnTo>
                  <a:pt x="0" y="1261009"/>
                </a:lnTo>
                <a:lnTo>
                  <a:pt x="0" y="753371"/>
                </a:lnTo>
                <a:lnTo>
                  <a:pt x="0" y="419542"/>
                </a:lnTo>
                <a:lnTo>
                  <a:pt x="0" y="186952"/>
                </a:lnTo>
                <a:close/>
              </a:path>
            </a:pathLst>
          </a:custGeom>
          <a:solidFill>
            <a:srgbClr val="C00000">
              <a:alpha val="0"/>
            </a:srgbClr>
          </a:solid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pic>
        <p:nvPicPr>
          <p:cNvPr id="1056" name="Google Shape;1056;p3"/>
          <p:cNvPicPr preferRelativeResize="0"/>
          <p:nvPr/>
        </p:nvPicPr>
        <p:blipFill rotWithShape="1">
          <a:blip r:embed="rId3">
            <a:alphaModFix/>
          </a:blip>
          <a:srcRect/>
          <a:stretch/>
        </p:blipFill>
        <p:spPr>
          <a:xfrm>
            <a:off x="0" y="5014820"/>
            <a:ext cx="12184577" cy="1847850"/>
          </a:xfrm>
          <a:custGeom>
            <a:avLst/>
            <a:gdLst/>
            <a:ahLst/>
            <a:cxnLst/>
            <a:rect l="l" t="t" r="r" b="b"/>
            <a:pathLst>
              <a:path w="12192000" h="1849280" extrusionOk="0">
                <a:moveTo>
                  <a:pt x="0" y="0"/>
                </a:moveTo>
                <a:lnTo>
                  <a:pt x="2908771" y="0"/>
                </a:lnTo>
                <a:lnTo>
                  <a:pt x="2908771" y="1"/>
                </a:lnTo>
                <a:lnTo>
                  <a:pt x="3008494" y="1"/>
                </a:lnTo>
                <a:cubicBezTo>
                  <a:pt x="4204624" y="1"/>
                  <a:pt x="6527111" y="1"/>
                  <a:pt x="7184574" y="1"/>
                </a:cubicBezTo>
                <a:cubicBezTo>
                  <a:pt x="7298166" y="1"/>
                  <a:pt x="7407173" y="44687"/>
                  <a:pt x="7488101" y="124435"/>
                </a:cubicBezTo>
                <a:cubicBezTo>
                  <a:pt x="7684842" y="318261"/>
                  <a:pt x="8062323" y="690208"/>
                  <a:pt x="8259064" y="884065"/>
                </a:cubicBezTo>
                <a:cubicBezTo>
                  <a:pt x="8319738" y="943852"/>
                  <a:pt x="8396239" y="983950"/>
                  <a:pt x="8478620" y="1000262"/>
                </a:cubicBezTo>
                <a:lnTo>
                  <a:pt x="8562582" y="1008493"/>
                </a:lnTo>
                <a:lnTo>
                  <a:pt x="12192000" y="1008493"/>
                </a:lnTo>
                <a:lnTo>
                  <a:pt x="12192000" y="1030349"/>
                </a:lnTo>
                <a:lnTo>
                  <a:pt x="12192000" y="1662328"/>
                </a:lnTo>
                <a:lnTo>
                  <a:pt x="12192000" y="1849280"/>
                </a:lnTo>
                <a:lnTo>
                  <a:pt x="0" y="1849280"/>
                </a:lnTo>
                <a:lnTo>
                  <a:pt x="0" y="1662328"/>
                </a:lnTo>
                <a:lnTo>
                  <a:pt x="0" y="1429738"/>
                </a:lnTo>
                <a:lnTo>
                  <a:pt x="0" y="1095909"/>
                </a:lnTo>
                <a:lnTo>
                  <a:pt x="0" y="588271"/>
                </a:lnTo>
                <a:lnTo>
                  <a:pt x="0" y="254442"/>
                </a:lnTo>
                <a:lnTo>
                  <a:pt x="0" y="21852"/>
                </a:lnTo>
                <a:close/>
              </a:path>
            </a:pathLst>
          </a:custGeom>
          <a:noFill/>
          <a:ln>
            <a:noFill/>
          </a:ln>
        </p:spPr>
      </p:pic>
      <p:sp>
        <p:nvSpPr>
          <p:cNvPr id="1057" name="Google Shape;1057;p3"/>
          <p:cNvSpPr/>
          <p:nvPr/>
        </p:nvSpPr>
        <p:spPr>
          <a:xfrm>
            <a:off x="-7204" y="-12777"/>
            <a:ext cx="12192000" cy="1944435"/>
          </a:xfrm>
          <a:custGeom>
            <a:avLst/>
            <a:gdLst/>
            <a:ahLst/>
            <a:cxnLst/>
            <a:rect l="l" t="t" r="r" b="b"/>
            <a:pathLst>
              <a:path w="12192000" h="1849280" extrusionOk="0">
                <a:moveTo>
                  <a:pt x="0" y="0"/>
                </a:moveTo>
                <a:lnTo>
                  <a:pt x="12192000" y="0"/>
                </a:lnTo>
                <a:lnTo>
                  <a:pt x="12192000" y="186952"/>
                </a:lnTo>
                <a:lnTo>
                  <a:pt x="12192000" y="818931"/>
                </a:lnTo>
                <a:lnTo>
                  <a:pt x="12192000" y="840787"/>
                </a:lnTo>
                <a:lnTo>
                  <a:pt x="8562582" y="840787"/>
                </a:lnTo>
                <a:lnTo>
                  <a:pt x="8478620" y="849018"/>
                </a:lnTo>
                <a:cubicBezTo>
                  <a:pt x="8396239" y="865330"/>
                  <a:pt x="8319738" y="905428"/>
                  <a:pt x="8259064" y="965215"/>
                </a:cubicBezTo>
                <a:cubicBezTo>
                  <a:pt x="8062323" y="1159072"/>
                  <a:pt x="7684842" y="1531019"/>
                  <a:pt x="7488101" y="1724845"/>
                </a:cubicBezTo>
                <a:cubicBezTo>
                  <a:pt x="7407173" y="1804593"/>
                  <a:pt x="7298166" y="1849279"/>
                  <a:pt x="7184574" y="1849279"/>
                </a:cubicBezTo>
                <a:cubicBezTo>
                  <a:pt x="6527111" y="1849279"/>
                  <a:pt x="4204624" y="1849279"/>
                  <a:pt x="3008494" y="1849279"/>
                </a:cubicBezTo>
                <a:lnTo>
                  <a:pt x="2908771" y="1849279"/>
                </a:lnTo>
                <a:lnTo>
                  <a:pt x="2908771" y="1849280"/>
                </a:lnTo>
                <a:lnTo>
                  <a:pt x="0" y="1849280"/>
                </a:lnTo>
                <a:lnTo>
                  <a:pt x="0" y="1827428"/>
                </a:lnTo>
                <a:lnTo>
                  <a:pt x="0" y="1594838"/>
                </a:lnTo>
                <a:lnTo>
                  <a:pt x="0" y="1261009"/>
                </a:lnTo>
                <a:lnTo>
                  <a:pt x="0" y="753371"/>
                </a:lnTo>
                <a:lnTo>
                  <a:pt x="0" y="419542"/>
                </a:lnTo>
                <a:lnTo>
                  <a:pt x="0" y="186952"/>
                </a:lnTo>
                <a:close/>
              </a:path>
            </a:pathLst>
          </a:custGeom>
          <a:blipFill rotWithShape="1">
            <a:blip r:embed="rId4">
              <a:alphaModFix/>
            </a:blip>
            <a:stretch>
              <a:fillRect/>
            </a:stretch>
          </a:blipFill>
          <a:ln>
            <a:noFill/>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1058" name="Google Shape;1058;p3"/>
          <p:cNvSpPr/>
          <p:nvPr/>
        </p:nvSpPr>
        <p:spPr>
          <a:xfrm flipH="1">
            <a:off x="8275320" y="5091080"/>
            <a:ext cx="384048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52B77"/>
              </a:buClr>
              <a:buSzPts val="1800"/>
              <a:buFont typeface="Open Sans"/>
              <a:buNone/>
            </a:pPr>
            <a:r>
              <a:rPr lang="en-US" dirty="0">
                <a:hlinkClick r:id="rId5"/>
              </a:rPr>
              <a:t>sikandarhussain6858358@gmail.com</a:t>
            </a:r>
            <a:endParaRPr lang="en-US" dirty="0"/>
          </a:p>
          <a:p>
            <a:pPr marL="0" marR="0" lvl="0" indent="0" algn="l" rtl="0">
              <a:lnSpc>
                <a:spcPct val="100000"/>
              </a:lnSpc>
              <a:spcBef>
                <a:spcPts val="0"/>
              </a:spcBef>
              <a:spcAft>
                <a:spcPts val="0"/>
              </a:spcAft>
              <a:buClr>
                <a:srgbClr val="152B77"/>
              </a:buClr>
              <a:buSzPts val="1800"/>
              <a:buFont typeface="Open Sans"/>
              <a:buNone/>
            </a:pPr>
            <a:endParaRPr dirty="0"/>
          </a:p>
        </p:txBody>
      </p:sp>
      <p:sp>
        <p:nvSpPr>
          <p:cNvPr id="1059" name="Google Shape;1059;p3"/>
          <p:cNvSpPr/>
          <p:nvPr/>
        </p:nvSpPr>
        <p:spPr>
          <a:xfrm>
            <a:off x="7882127" y="5046090"/>
            <a:ext cx="394835" cy="364625"/>
          </a:xfrm>
          <a:custGeom>
            <a:avLst/>
            <a:gdLst/>
            <a:ahLst/>
            <a:cxnLst/>
            <a:rect l="l" t="t" r="r" b="b"/>
            <a:pathLst>
              <a:path w="211410" h="214759" extrusionOk="0">
                <a:moveTo>
                  <a:pt x="110616" y="0"/>
                </a:moveTo>
                <a:cubicBezTo>
                  <a:pt x="129071" y="0"/>
                  <a:pt x="145647" y="3776"/>
                  <a:pt x="160343" y="11329"/>
                </a:cubicBezTo>
                <a:cubicBezTo>
                  <a:pt x="175040" y="18882"/>
                  <a:pt x="186630" y="30137"/>
                  <a:pt x="195113" y="45095"/>
                </a:cubicBezTo>
                <a:cubicBezTo>
                  <a:pt x="202331" y="57968"/>
                  <a:pt x="205940" y="71958"/>
                  <a:pt x="205940" y="87064"/>
                </a:cubicBezTo>
                <a:cubicBezTo>
                  <a:pt x="205940" y="108644"/>
                  <a:pt x="198350" y="127806"/>
                  <a:pt x="183170" y="144549"/>
                </a:cubicBezTo>
                <a:cubicBezTo>
                  <a:pt x="169626" y="159581"/>
                  <a:pt x="154818" y="167097"/>
                  <a:pt x="138745" y="167097"/>
                </a:cubicBezTo>
                <a:cubicBezTo>
                  <a:pt x="133610" y="167097"/>
                  <a:pt x="129461" y="166315"/>
                  <a:pt x="126299" y="164753"/>
                </a:cubicBezTo>
                <a:cubicBezTo>
                  <a:pt x="123136" y="163190"/>
                  <a:pt x="120811" y="160957"/>
                  <a:pt x="119323" y="158055"/>
                </a:cubicBezTo>
                <a:cubicBezTo>
                  <a:pt x="118355" y="156195"/>
                  <a:pt x="117648" y="152995"/>
                  <a:pt x="117202" y="148456"/>
                </a:cubicBezTo>
                <a:cubicBezTo>
                  <a:pt x="112365" y="154037"/>
                  <a:pt x="106951" y="158520"/>
                  <a:pt x="100961" y="161906"/>
                </a:cubicBezTo>
                <a:cubicBezTo>
                  <a:pt x="94971" y="165292"/>
                  <a:pt x="88962" y="166985"/>
                  <a:pt x="82934" y="166985"/>
                </a:cubicBezTo>
                <a:cubicBezTo>
                  <a:pt x="76311" y="166985"/>
                  <a:pt x="69874" y="165050"/>
                  <a:pt x="63624" y="161181"/>
                </a:cubicBezTo>
                <a:cubicBezTo>
                  <a:pt x="57373" y="157311"/>
                  <a:pt x="52294" y="151358"/>
                  <a:pt x="48387" y="143321"/>
                </a:cubicBezTo>
                <a:cubicBezTo>
                  <a:pt x="44481" y="135285"/>
                  <a:pt x="42527" y="126466"/>
                  <a:pt x="42527" y="116867"/>
                </a:cubicBezTo>
                <a:cubicBezTo>
                  <a:pt x="42527" y="105035"/>
                  <a:pt x="45560" y="93185"/>
                  <a:pt x="51624" y="81316"/>
                </a:cubicBezTo>
                <a:cubicBezTo>
                  <a:pt x="57689" y="69447"/>
                  <a:pt x="65224" y="60536"/>
                  <a:pt x="74228" y="54582"/>
                </a:cubicBezTo>
                <a:cubicBezTo>
                  <a:pt x="83232" y="48629"/>
                  <a:pt x="91975" y="45653"/>
                  <a:pt x="100459" y="45653"/>
                </a:cubicBezTo>
                <a:cubicBezTo>
                  <a:pt x="106933" y="45653"/>
                  <a:pt x="113109" y="47346"/>
                  <a:pt x="118988" y="50732"/>
                </a:cubicBezTo>
                <a:cubicBezTo>
                  <a:pt x="124866" y="54117"/>
                  <a:pt x="129927" y="59271"/>
                  <a:pt x="134168" y="66191"/>
                </a:cubicBezTo>
                <a:lnTo>
                  <a:pt x="137963" y="48890"/>
                </a:lnTo>
                <a:lnTo>
                  <a:pt x="157943" y="48890"/>
                </a:lnTo>
                <a:lnTo>
                  <a:pt x="141870" y="123788"/>
                </a:lnTo>
                <a:cubicBezTo>
                  <a:pt x="139638" y="134206"/>
                  <a:pt x="138521" y="139973"/>
                  <a:pt x="138521" y="141089"/>
                </a:cubicBezTo>
                <a:cubicBezTo>
                  <a:pt x="138521" y="143098"/>
                  <a:pt x="139284" y="144828"/>
                  <a:pt x="140810" y="146279"/>
                </a:cubicBezTo>
                <a:cubicBezTo>
                  <a:pt x="142335" y="147730"/>
                  <a:pt x="144177" y="148456"/>
                  <a:pt x="146335" y="148456"/>
                </a:cubicBezTo>
                <a:cubicBezTo>
                  <a:pt x="150279" y="148456"/>
                  <a:pt x="155451" y="146186"/>
                  <a:pt x="161850" y="141647"/>
                </a:cubicBezTo>
                <a:cubicBezTo>
                  <a:pt x="170333" y="135694"/>
                  <a:pt x="177049" y="127713"/>
                  <a:pt x="181998" y="117704"/>
                </a:cubicBezTo>
                <a:cubicBezTo>
                  <a:pt x="186946" y="107696"/>
                  <a:pt x="189421" y="97371"/>
                  <a:pt x="189421" y="86729"/>
                </a:cubicBezTo>
                <a:cubicBezTo>
                  <a:pt x="189421" y="74302"/>
                  <a:pt x="186239" y="62694"/>
                  <a:pt x="179877" y="51904"/>
                </a:cubicBezTo>
                <a:cubicBezTo>
                  <a:pt x="173515" y="41114"/>
                  <a:pt x="164027" y="32482"/>
                  <a:pt x="151414" y="26007"/>
                </a:cubicBezTo>
                <a:cubicBezTo>
                  <a:pt x="138800" y="19533"/>
                  <a:pt x="124866" y="16296"/>
                  <a:pt x="109611" y="16296"/>
                </a:cubicBezTo>
                <a:cubicBezTo>
                  <a:pt x="92199" y="16296"/>
                  <a:pt x="76293" y="20371"/>
                  <a:pt x="61893" y="28519"/>
                </a:cubicBezTo>
                <a:cubicBezTo>
                  <a:pt x="47494" y="36667"/>
                  <a:pt x="36332" y="48350"/>
                  <a:pt x="28407" y="63568"/>
                </a:cubicBezTo>
                <a:cubicBezTo>
                  <a:pt x="20482" y="78786"/>
                  <a:pt x="16519" y="95101"/>
                  <a:pt x="16519" y="112514"/>
                </a:cubicBezTo>
                <a:cubicBezTo>
                  <a:pt x="16519" y="130745"/>
                  <a:pt x="20482" y="146447"/>
                  <a:pt x="28407" y="159618"/>
                </a:cubicBezTo>
                <a:cubicBezTo>
                  <a:pt x="36332" y="172789"/>
                  <a:pt x="47792" y="182519"/>
                  <a:pt x="62786" y="188807"/>
                </a:cubicBezTo>
                <a:cubicBezTo>
                  <a:pt x="77781" y="195095"/>
                  <a:pt x="94394" y="198239"/>
                  <a:pt x="112625" y="198239"/>
                </a:cubicBezTo>
                <a:cubicBezTo>
                  <a:pt x="132122" y="198239"/>
                  <a:pt x="148456" y="194965"/>
                  <a:pt x="161627" y="188416"/>
                </a:cubicBezTo>
                <a:cubicBezTo>
                  <a:pt x="174798" y="181868"/>
                  <a:pt x="184658" y="173905"/>
                  <a:pt x="191207" y="164529"/>
                </a:cubicBezTo>
                <a:lnTo>
                  <a:pt x="211410" y="164529"/>
                </a:lnTo>
                <a:cubicBezTo>
                  <a:pt x="207615" y="172343"/>
                  <a:pt x="201104" y="180305"/>
                  <a:pt x="191876" y="188416"/>
                </a:cubicBezTo>
                <a:cubicBezTo>
                  <a:pt x="182649" y="196527"/>
                  <a:pt x="171673" y="202946"/>
                  <a:pt x="158948" y="207671"/>
                </a:cubicBezTo>
                <a:cubicBezTo>
                  <a:pt x="146223" y="212396"/>
                  <a:pt x="130894" y="214759"/>
                  <a:pt x="112960" y="214759"/>
                </a:cubicBezTo>
                <a:cubicBezTo>
                  <a:pt x="96440" y="214759"/>
                  <a:pt x="81204" y="212638"/>
                  <a:pt x="67251" y="208396"/>
                </a:cubicBezTo>
                <a:cubicBezTo>
                  <a:pt x="53299" y="204155"/>
                  <a:pt x="41411" y="197774"/>
                  <a:pt x="31588" y="189253"/>
                </a:cubicBezTo>
                <a:cubicBezTo>
                  <a:pt x="21766" y="180733"/>
                  <a:pt x="14361" y="170929"/>
                  <a:pt x="9376" y="159841"/>
                </a:cubicBezTo>
                <a:cubicBezTo>
                  <a:pt x="3125" y="145777"/>
                  <a:pt x="0" y="130596"/>
                  <a:pt x="0" y="114300"/>
                </a:cubicBezTo>
                <a:cubicBezTo>
                  <a:pt x="0" y="96143"/>
                  <a:pt x="3720" y="78841"/>
                  <a:pt x="11162" y="62396"/>
                </a:cubicBezTo>
                <a:cubicBezTo>
                  <a:pt x="20240" y="42230"/>
                  <a:pt x="33132" y="26789"/>
                  <a:pt x="49838" y="16073"/>
                </a:cubicBezTo>
                <a:cubicBezTo>
                  <a:pt x="66544" y="5358"/>
                  <a:pt x="86804" y="0"/>
                  <a:pt x="110616" y="0"/>
                </a:cubicBezTo>
                <a:close/>
                <a:moveTo>
                  <a:pt x="101910" y="62284"/>
                </a:moveTo>
                <a:cubicBezTo>
                  <a:pt x="97147" y="62284"/>
                  <a:pt x="92664" y="63494"/>
                  <a:pt x="88459" y="65912"/>
                </a:cubicBezTo>
                <a:cubicBezTo>
                  <a:pt x="84255" y="68331"/>
                  <a:pt x="80181" y="72219"/>
                  <a:pt x="76237" y="77576"/>
                </a:cubicBezTo>
                <a:cubicBezTo>
                  <a:pt x="72293" y="82934"/>
                  <a:pt x="69130" y="89445"/>
                  <a:pt x="66749" y="97110"/>
                </a:cubicBezTo>
                <a:cubicBezTo>
                  <a:pt x="64368" y="104775"/>
                  <a:pt x="63177" y="111807"/>
                  <a:pt x="63177" y="118207"/>
                </a:cubicBezTo>
                <a:cubicBezTo>
                  <a:pt x="63177" y="128401"/>
                  <a:pt x="65596" y="136326"/>
                  <a:pt x="70432" y="141982"/>
                </a:cubicBezTo>
                <a:cubicBezTo>
                  <a:pt x="75269" y="147637"/>
                  <a:pt x="80813" y="150465"/>
                  <a:pt x="87064" y="150465"/>
                </a:cubicBezTo>
                <a:cubicBezTo>
                  <a:pt x="91231" y="150465"/>
                  <a:pt x="95622" y="149219"/>
                  <a:pt x="100235" y="146726"/>
                </a:cubicBezTo>
                <a:cubicBezTo>
                  <a:pt x="104849" y="144233"/>
                  <a:pt x="109258" y="140531"/>
                  <a:pt x="113462" y="135619"/>
                </a:cubicBezTo>
                <a:cubicBezTo>
                  <a:pt x="117667" y="130708"/>
                  <a:pt x="121108" y="124476"/>
                  <a:pt x="123787" y="116923"/>
                </a:cubicBezTo>
                <a:cubicBezTo>
                  <a:pt x="126466" y="109370"/>
                  <a:pt x="127806" y="101798"/>
                  <a:pt x="127806" y="94208"/>
                </a:cubicBezTo>
                <a:cubicBezTo>
                  <a:pt x="127806" y="84088"/>
                  <a:pt x="125294" y="76237"/>
                  <a:pt x="120271" y="70656"/>
                </a:cubicBezTo>
                <a:cubicBezTo>
                  <a:pt x="115248" y="65075"/>
                  <a:pt x="109128" y="62284"/>
                  <a:pt x="101910" y="6228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Open Sans"/>
              <a:ea typeface="Open Sans"/>
              <a:cs typeface="Open Sans"/>
              <a:sym typeface="Open Sans"/>
            </a:endParaRPr>
          </a:p>
        </p:txBody>
      </p:sp>
      <p:sp>
        <p:nvSpPr>
          <p:cNvPr id="1060" name="Google Shape;1060;p3"/>
          <p:cNvSpPr/>
          <p:nvPr/>
        </p:nvSpPr>
        <p:spPr>
          <a:xfrm rot="10800000" flipH="1">
            <a:off x="4248150" y="3886201"/>
            <a:ext cx="8060664" cy="1877770"/>
          </a:xfrm>
          <a:custGeom>
            <a:avLst/>
            <a:gdLst/>
            <a:ahLst/>
            <a:cxnLst/>
            <a:rect l="l" t="t" r="r" b="b"/>
            <a:pathLst>
              <a:path w="1676400" h="390525" extrusionOk="0">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solidFill>
              <a:srgbClr val="F2F2F2"/>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lnSpc>
                <a:spcPct val="100000"/>
              </a:lnSpc>
              <a:spcBef>
                <a:spcPts val="0"/>
              </a:spcBef>
              <a:spcAft>
                <a:spcPts val="0"/>
              </a:spcAft>
              <a:buClr>
                <a:schemeClr val="dk1"/>
              </a:buClr>
              <a:buSzPts val="528"/>
              <a:buFont typeface="Calibri"/>
              <a:buNone/>
            </a:pPr>
            <a:endParaRPr sz="528" b="0" i="0" u="none" strike="noStrike" cap="none">
              <a:solidFill>
                <a:srgbClr val="FFFFFF"/>
              </a:solidFill>
              <a:latin typeface="Open Sans"/>
              <a:ea typeface="Open Sans"/>
              <a:cs typeface="Open Sans"/>
              <a:sym typeface="Open Sans"/>
            </a:endParaRPr>
          </a:p>
        </p:txBody>
      </p:sp>
      <p:sp>
        <p:nvSpPr>
          <p:cNvPr id="1061" name="Google Shape;1061;p3"/>
          <p:cNvSpPr/>
          <p:nvPr/>
        </p:nvSpPr>
        <p:spPr>
          <a:xfrm>
            <a:off x="3771844" y="3932237"/>
            <a:ext cx="6950792" cy="707886"/>
          </a:xfrm>
          <a:prstGeom prst="rect">
            <a:avLst/>
          </a:prstGeom>
          <a:noFill/>
          <a:ln>
            <a:noFill/>
          </a:ln>
          <a:effectLst>
            <a:outerShdw blurRad="203200" dist="190500" dir="5400000" algn="t" rotWithShape="0">
              <a:srgbClr val="3E91EC">
                <a:alpha val="20000"/>
              </a:srgbClr>
            </a:outerShdw>
          </a:effectLst>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E32D91"/>
              </a:buClr>
              <a:buSzPts val="4000"/>
              <a:buFont typeface="Open Sans"/>
              <a:buNone/>
            </a:pPr>
            <a:r>
              <a:rPr lang="en-US" sz="4000" b="1" i="0" u="none" strike="noStrike" cap="none">
                <a:solidFill>
                  <a:srgbClr val="E32D91"/>
                </a:solidFill>
                <a:latin typeface="Open Sans"/>
                <a:ea typeface="Open Sans"/>
                <a:cs typeface="Open Sans"/>
                <a:sym typeface="Open Sans"/>
              </a:rPr>
              <a:t>Questions welcome</a:t>
            </a:r>
            <a:endParaRPr/>
          </a:p>
        </p:txBody>
      </p:sp>
      <p:sp>
        <p:nvSpPr>
          <p:cNvPr id="1062" name="Google Shape;1062;p3"/>
          <p:cNvSpPr/>
          <p:nvPr/>
        </p:nvSpPr>
        <p:spPr>
          <a:xfrm>
            <a:off x="-127484" y="1242783"/>
            <a:ext cx="100169" cy="100169"/>
          </a:xfrm>
          <a:prstGeom prst="ellipse">
            <a:avLst/>
          </a:prstGeom>
          <a:gradFill>
            <a:gsLst>
              <a:gs pos="0">
                <a:srgbClr val="3E91EC"/>
              </a:gs>
              <a:gs pos="100000">
                <a:srgbClr val="3F96EC"/>
              </a:gs>
            </a:gsLst>
            <a:lin ang="0" scaled="0"/>
          </a:gradFill>
          <a:ln w="57150" cap="flat" cmpd="sng">
            <a:solidFill>
              <a:srgbClr val="146BCB">
                <a:alpha val="30196"/>
              </a:srgbClr>
            </a:solidFill>
            <a:prstDash val="solid"/>
            <a:miter lim="8000"/>
            <a:headEnd type="none" w="sm" len="sm"/>
            <a:tailEnd type="none" w="sm" len="sm"/>
          </a:ln>
          <a:effectLst>
            <a:outerShdw blurRad="330200" dist="38100" dir="5400000" algn="t" rotWithShape="0">
              <a:srgbClr val="000000">
                <a:alpha val="30980"/>
              </a:srgbClr>
            </a:outerShdw>
          </a:effectLst>
        </p:spPr>
        <p:txBody>
          <a:bodyPr spcFirstLastPara="1" wrap="square" lIns="57150" tIns="28550" rIns="57150" bIns="28550" anchor="ctr" anchorCtr="0">
            <a:noAutofit/>
          </a:bodyPr>
          <a:lstStyle/>
          <a:p>
            <a:pPr marL="0" marR="0" lvl="0" indent="0" algn="ctr" rtl="0">
              <a:lnSpc>
                <a:spcPct val="100000"/>
              </a:lnSpc>
              <a:spcBef>
                <a:spcPts val="0"/>
              </a:spcBef>
              <a:spcAft>
                <a:spcPts val="0"/>
              </a:spcAft>
              <a:buClr>
                <a:schemeClr val="dk1"/>
              </a:buClr>
              <a:buSzPts val="528"/>
              <a:buFont typeface="Calibri"/>
              <a:buNone/>
            </a:pPr>
            <a:endParaRPr sz="528" b="0" i="0" u="none" strike="noStrike" cap="none">
              <a:solidFill>
                <a:srgbClr val="FFFFFF"/>
              </a:solidFill>
              <a:latin typeface="Calibri"/>
              <a:ea typeface="Calibri"/>
              <a:cs typeface="Calibri"/>
              <a:sym typeface="Calibri"/>
            </a:endParaRPr>
          </a:p>
        </p:txBody>
      </p:sp>
      <p:grpSp>
        <p:nvGrpSpPr>
          <p:cNvPr id="1063" name="Google Shape;1063;p3"/>
          <p:cNvGrpSpPr/>
          <p:nvPr/>
        </p:nvGrpSpPr>
        <p:grpSpPr>
          <a:xfrm>
            <a:off x="-84823" y="423295"/>
            <a:ext cx="12269400" cy="835667"/>
            <a:chOff x="-77400" y="5261609"/>
            <a:chExt cx="12269400" cy="835667"/>
          </a:xfrm>
        </p:grpSpPr>
        <p:sp>
          <p:nvSpPr>
            <p:cNvPr id="1064" name="Google Shape;1064;p3"/>
            <p:cNvSpPr/>
            <p:nvPr/>
          </p:nvSpPr>
          <p:spPr>
            <a:xfrm>
              <a:off x="-77400" y="5261609"/>
              <a:ext cx="3587254" cy="835667"/>
            </a:xfrm>
            <a:custGeom>
              <a:avLst/>
              <a:gdLst/>
              <a:ahLst/>
              <a:cxnLst/>
              <a:rect l="l" t="t" r="r" b="b"/>
              <a:pathLst>
                <a:path w="1676400" h="390525" extrusionOk="0">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solidFill>
                <a:srgbClr val="3E91EC">
                  <a:alpha val="40000"/>
                </a:srgb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lnSpc>
                  <a:spcPct val="100000"/>
                </a:lnSpc>
                <a:spcBef>
                  <a:spcPts val="0"/>
                </a:spcBef>
                <a:spcAft>
                  <a:spcPts val="0"/>
                </a:spcAft>
                <a:buClr>
                  <a:schemeClr val="dk1"/>
                </a:buClr>
                <a:buSzPts val="528"/>
                <a:buFont typeface="Calibri"/>
                <a:buNone/>
              </a:pPr>
              <a:endParaRPr sz="528" b="0" i="0" u="none" strike="noStrike" cap="none">
                <a:solidFill>
                  <a:srgbClr val="FFFFFF"/>
                </a:solidFill>
                <a:latin typeface="Calibri"/>
                <a:ea typeface="Calibri"/>
                <a:cs typeface="Calibri"/>
                <a:sym typeface="Calibri"/>
              </a:endParaRPr>
            </a:p>
          </p:txBody>
        </p:sp>
        <p:cxnSp>
          <p:nvCxnSpPr>
            <p:cNvPr id="1065" name="Google Shape;1065;p3"/>
            <p:cNvCxnSpPr/>
            <p:nvPr/>
          </p:nvCxnSpPr>
          <p:spPr>
            <a:xfrm>
              <a:off x="3509854" y="5261609"/>
              <a:ext cx="8682146" cy="0"/>
            </a:xfrm>
            <a:prstGeom prst="straightConnector1">
              <a:avLst/>
            </a:prstGeom>
            <a:noFill/>
            <a:ln w="28575" cap="flat" cmpd="sng">
              <a:solidFill>
                <a:srgbClr val="3E91EC">
                  <a:alpha val="40000"/>
                </a:srgbClr>
              </a:solidFill>
              <a:prstDash val="dot"/>
              <a:miter lim="8000"/>
              <a:headEnd type="none" w="sm" len="sm"/>
              <a:tailEnd type="none" w="sm" len="sm"/>
            </a:ln>
          </p:spPr>
        </p:cxnSp>
      </p:grpSp>
      <p:grpSp>
        <p:nvGrpSpPr>
          <p:cNvPr id="1066" name="Google Shape;1066;p3"/>
          <p:cNvGrpSpPr/>
          <p:nvPr/>
        </p:nvGrpSpPr>
        <p:grpSpPr>
          <a:xfrm>
            <a:off x="0" y="4127885"/>
            <a:ext cx="5705951" cy="666137"/>
            <a:chOff x="0" y="4127885"/>
            <a:chExt cx="5705951" cy="666137"/>
          </a:xfrm>
        </p:grpSpPr>
        <p:sp>
          <p:nvSpPr>
            <p:cNvPr id="1067" name="Google Shape;1067;p3"/>
            <p:cNvSpPr/>
            <p:nvPr/>
          </p:nvSpPr>
          <p:spPr>
            <a:xfrm>
              <a:off x="2846438" y="4127885"/>
              <a:ext cx="2859513" cy="666137"/>
            </a:xfrm>
            <a:custGeom>
              <a:avLst/>
              <a:gdLst/>
              <a:ahLst/>
              <a:cxnLst/>
              <a:rect l="l" t="t" r="r" b="b"/>
              <a:pathLst>
                <a:path w="1676400" h="390525" extrusionOk="0">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solidFill>
                <a:srgbClr val="3E91EC">
                  <a:alpha val="40000"/>
                </a:srgbClr>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lnSpc>
                  <a:spcPct val="100000"/>
                </a:lnSpc>
                <a:spcBef>
                  <a:spcPts val="0"/>
                </a:spcBef>
                <a:spcAft>
                  <a:spcPts val="0"/>
                </a:spcAft>
                <a:buClr>
                  <a:schemeClr val="dk1"/>
                </a:buClr>
                <a:buSzPts val="528"/>
                <a:buFont typeface="Calibri"/>
                <a:buNone/>
              </a:pPr>
              <a:endParaRPr sz="528" b="0" i="0" u="none" strike="noStrike" cap="none">
                <a:solidFill>
                  <a:srgbClr val="FFFFFF"/>
                </a:solidFill>
                <a:latin typeface="Calibri"/>
                <a:ea typeface="Calibri"/>
                <a:cs typeface="Calibri"/>
                <a:sym typeface="Calibri"/>
              </a:endParaRPr>
            </a:p>
          </p:txBody>
        </p:sp>
        <p:cxnSp>
          <p:nvCxnSpPr>
            <p:cNvPr id="1068" name="Google Shape;1068;p3"/>
            <p:cNvCxnSpPr/>
            <p:nvPr/>
          </p:nvCxnSpPr>
          <p:spPr>
            <a:xfrm rot="10800000">
              <a:off x="0" y="4794022"/>
              <a:ext cx="2857500" cy="0"/>
            </a:xfrm>
            <a:prstGeom prst="straightConnector1">
              <a:avLst/>
            </a:prstGeom>
            <a:noFill/>
            <a:ln w="28575" cap="flat" cmpd="sng">
              <a:solidFill>
                <a:srgbClr val="3E91EC">
                  <a:alpha val="40000"/>
                </a:srgbClr>
              </a:solidFill>
              <a:prstDash val="dot"/>
              <a:miter lim="8000"/>
              <a:headEnd type="none" w="sm" len="sm"/>
              <a:tailEnd type="none" w="sm" len="sm"/>
            </a:ln>
          </p:spPr>
        </p:cxnSp>
      </p:grpSp>
      <p:sp>
        <p:nvSpPr>
          <p:cNvPr id="1069" name="Google Shape;1069;p3"/>
          <p:cNvSpPr/>
          <p:nvPr/>
        </p:nvSpPr>
        <p:spPr>
          <a:xfrm>
            <a:off x="4248150" y="1028701"/>
            <a:ext cx="8060664" cy="1877770"/>
          </a:xfrm>
          <a:custGeom>
            <a:avLst/>
            <a:gdLst/>
            <a:ahLst/>
            <a:cxnLst/>
            <a:rect l="l" t="t" r="r" b="b"/>
            <a:pathLst>
              <a:path w="1676400" h="390525" extrusionOk="0">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solidFill>
              <a:srgbClr val="F2F2F2"/>
            </a:solidFill>
            <a:prstDash val="dot"/>
            <a:miter lim="8000"/>
            <a:headEnd type="none" w="sm" len="sm"/>
            <a:tailEnd type="none" w="sm" len="sm"/>
          </a:ln>
        </p:spPr>
        <p:txBody>
          <a:bodyPr spcFirstLastPara="1" wrap="square" lIns="57150" tIns="28550" rIns="57150" bIns="28550" anchor="ctr" anchorCtr="0">
            <a:noAutofit/>
          </a:bodyPr>
          <a:lstStyle/>
          <a:p>
            <a:pPr marL="0" marR="0" lvl="0" indent="0" algn="ctr" rtl="0">
              <a:spcBef>
                <a:spcPts val="0"/>
              </a:spcBef>
              <a:spcAft>
                <a:spcPts val="0"/>
              </a:spcAft>
              <a:buNone/>
            </a:pPr>
            <a:endParaRPr sz="528">
              <a:solidFill>
                <a:schemeClr val="lt1"/>
              </a:solidFill>
              <a:latin typeface="Calibri"/>
              <a:ea typeface="Calibri"/>
              <a:cs typeface="Calibri"/>
              <a:sym typeface="Calibri"/>
            </a:endParaRPr>
          </a:p>
        </p:txBody>
      </p:sp>
      <p:sp>
        <p:nvSpPr>
          <p:cNvPr id="1071" name="Google Shape;1071;p3"/>
          <p:cNvSpPr/>
          <p:nvPr/>
        </p:nvSpPr>
        <p:spPr>
          <a:xfrm flipH="1">
            <a:off x="0" y="29902"/>
            <a:ext cx="12188952" cy="4196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accent5"/>
              </a:solidFill>
              <a:latin typeface="Arial"/>
              <a:ea typeface="Arial"/>
              <a:cs typeface="Arial"/>
              <a:sym typeface="Arial"/>
            </a:endParaRPr>
          </a:p>
        </p:txBody>
      </p:sp>
      <p:sp>
        <p:nvSpPr>
          <p:cNvPr id="1072" name="Google Shape;1072;p3"/>
          <p:cNvSpPr/>
          <p:nvPr/>
        </p:nvSpPr>
        <p:spPr>
          <a:xfrm>
            <a:off x="-1" y="1967586"/>
            <a:ext cx="11572875" cy="2369880"/>
          </a:xfrm>
          <a:prstGeom prst="rect">
            <a:avLst/>
          </a:prstGeom>
          <a:noFill/>
          <a:ln>
            <a:noFill/>
          </a:ln>
          <a:effectLst>
            <a:outerShdw blurRad="203200" dist="190500" dir="5400000" algn="t" rotWithShape="0">
              <a:srgbClr val="3E91EC">
                <a:alpha val="20000"/>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52B77"/>
              </a:buClr>
              <a:buSzPts val="14800"/>
              <a:buFont typeface="Open Sans"/>
              <a:buNone/>
            </a:pPr>
            <a:r>
              <a:rPr lang="en-US" sz="14800" b="1" i="0" u="none" strike="noStrike" cap="none" dirty="0">
                <a:solidFill>
                  <a:srgbClr val="152B77"/>
                </a:solidFill>
                <a:latin typeface="Open Sans"/>
                <a:ea typeface="Open Sans"/>
                <a:cs typeface="Open Sans"/>
                <a:sym typeface="Open Sans"/>
              </a:rPr>
              <a:t>Thank You</a:t>
            </a:r>
            <a:endParaRPr dirty="0"/>
          </a:p>
        </p:txBody>
      </p:sp>
      <p:sp>
        <p:nvSpPr>
          <p:cNvPr id="1073" name="Google Shape;1073;p3"/>
          <p:cNvSpPr/>
          <p:nvPr/>
        </p:nvSpPr>
        <p:spPr>
          <a:xfrm>
            <a:off x="375305" y="537011"/>
            <a:ext cx="2482195" cy="676044"/>
          </a:xfrm>
          <a:prstGeom prst="rect">
            <a:avLst/>
          </a:prstGeom>
          <a:noFill/>
          <a:ln>
            <a:noFill/>
          </a:ln>
        </p:spPr>
        <p:txBody>
          <a:bodyPr/>
          <a:lstStyle/>
          <a:p>
            <a:endParaRPr lang="en-US"/>
          </a:p>
        </p:txBody>
      </p:sp>
      <p:pic>
        <p:nvPicPr>
          <p:cNvPr id="1074" name="Google Shape;1074;p3" descr="Logo_Blu_Trasparente – CNIT – Consorzio Nazionale Interuniversitario per le  Telecomunicazioni"/>
          <p:cNvPicPr preferRelativeResize="0"/>
          <p:nvPr/>
        </p:nvPicPr>
        <p:blipFill rotWithShape="1">
          <a:blip r:embed="rId6">
            <a:alphaModFix/>
          </a:blip>
          <a:srcRect/>
          <a:stretch/>
        </p:blipFill>
        <p:spPr>
          <a:xfrm>
            <a:off x="8608634" y="5893840"/>
            <a:ext cx="3583366" cy="1075010"/>
          </a:xfrm>
          <a:prstGeom prst="rect">
            <a:avLst/>
          </a:prstGeom>
          <a:noFill/>
          <a:ln>
            <a:noFill/>
          </a:ln>
        </p:spPr>
      </p:pic>
      <p:sp>
        <p:nvSpPr>
          <p:cNvPr id="1075" name="Google Shape;1075;p3"/>
          <p:cNvSpPr txBox="1">
            <a:spLocks noGrp="1"/>
          </p:cNvSpPr>
          <p:nvPr>
            <p:ph type="sldNum" idx="12"/>
          </p:nvPr>
        </p:nvSpPr>
        <p:spPr>
          <a:xfrm>
            <a:off x="11719332" y="6655716"/>
            <a:ext cx="364319" cy="12491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pic>
        <p:nvPicPr>
          <p:cNvPr id="1076" name="Google Shape;1076;p3" descr="World wide web - Free web icons"/>
          <p:cNvPicPr preferRelativeResize="0"/>
          <p:nvPr/>
        </p:nvPicPr>
        <p:blipFill rotWithShape="1">
          <a:blip r:embed="rId7">
            <a:alphaModFix/>
          </a:blip>
          <a:srcRect/>
          <a:stretch/>
        </p:blipFill>
        <p:spPr>
          <a:xfrm>
            <a:off x="4288790" y="6365556"/>
            <a:ext cx="294056" cy="294056"/>
          </a:xfrm>
          <a:prstGeom prst="rect">
            <a:avLst/>
          </a:prstGeom>
          <a:noFill/>
          <a:ln>
            <a:noFill/>
          </a:ln>
        </p:spPr>
      </p:pic>
      <p:sp>
        <p:nvSpPr>
          <p:cNvPr id="1077" name="Affiliation"/>
          <p:cNvSpPr txBox="1"/>
          <p:nvPr/>
        </p:nvSpPr>
        <p:spPr>
          <a:xfrm>
            <a:off x="411480" y="4572000"/>
            <a:ext cx="3657600" cy="1280160"/>
          </a:xfrm>
          <a:prstGeom prst="rect">
            <a:avLst/>
          </a:prstGeom>
          <a:noFill/>
        </p:spPr>
        <p:txBody>
          <a:bodyPr wrap="square" lIns="0" tIns="0" rIns="0" bIns="0" anchor="t">
            <a:spAutoFit/>
          </a:bodyPr>
          <a:lstStyle/>
          <a:p>
            <a:pPr marL="0" indent="0" algn="l">
              <a:spcBef>
                <a:spcPts val="0"/>
              </a:spcBef>
              <a:spcAft>
                <a:spcPts val="300"/>
              </a:spcAft>
              <a:buNone/>
            </a:pPr>
            <a:r>
              <a:rPr sz="1800" b="1" i="0">
                <a:solidFill>
                  <a:srgbClr val="152B77"/>
                </a:solidFill>
                <a:latin typeface="Open Sans"/>
              </a:rPr>
              <a:t>Sikandar Hussain</a:t>
            </a:r>
          </a:p>
          <a:p>
            <a:pPr marL="0" indent="0" algn="l">
              <a:spcBef>
                <a:spcPts val="0"/>
              </a:spcBef>
              <a:spcAft>
                <a:spcPts val="100"/>
              </a:spcAft>
              <a:buNone/>
            </a:pPr>
            <a:r>
              <a:rPr sz="1200" b="0" i="0">
                <a:solidFill>
                  <a:srgbClr val="152B77"/>
                </a:solidFill>
                <a:latin typeface="Open Sans"/>
              </a:rPr>
              <a:t>CNIT / PNTLab Pisa · TeCIP</a:t>
            </a:r>
          </a:p>
          <a:p>
            <a:pPr marL="0" indent="0" algn="l">
              <a:spcBef>
                <a:spcPts val="0"/>
              </a:spcBef>
              <a:spcAft>
                <a:spcPts val="100"/>
              </a:spcAft>
              <a:buNone/>
            </a:pPr>
            <a:r>
              <a:rPr sz="1200" b="0" i="0">
                <a:solidFill>
                  <a:srgbClr val="152B77"/>
                </a:solidFill>
                <a:latin typeface="Open Sans"/>
              </a:rPr>
              <a:t>Scuola Superiore Sant’Anna</a:t>
            </a:r>
          </a:p>
          <a:p>
            <a:pPr marL="0" indent="0" algn="l">
              <a:spcBef>
                <a:spcPts val="0"/>
              </a:spcBef>
              <a:spcAft>
                <a:spcPts val="0"/>
              </a:spcAft>
              <a:buNone/>
            </a:pPr>
            <a:r>
              <a:rPr sz="1200" b="0" i="0">
                <a:solidFill>
                  <a:srgbClr val="555555"/>
                </a:solidFill>
                <a:latin typeface="Open Sans"/>
              </a:rPr>
              <a:t>AI Security Research</a:t>
            </a:r>
          </a:p>
        </p:txBody>
      </p:sp>
      <p:sp>
        <p:nvSpPr>
          <p:cNvPr id="1078" name="GitHub"/>
          <p:cNvSpPr txBox="1"/>
          <p:nvPr/>
        </p:nvSpPr>
        <p:spPr>
          <a:xfrm>
            <a:off x="4709160" y="6309360"/>
            <a:ext cx="3840480" cy="365760"/>
          </a:xfrm>
          <a:prstGeom prst="rect">
            <a:avLst/>
          </a:prstGeom>
          <a:noFill/>
        </p:spPr>
        <p:txBody>
          <a:bodyPr wrap="square" lIns="0" tIns="0" rIns="0" bIns="0" anchor="ctr">
            <a:spAutoFit/>
          </a:bodyPr>
          <a:lstStyle/>
          <a:p>
            <a:pPr marL="0" indent="0" algn="l">
              <a:spcBef>
                <a:spcPts val="0"/>
              </a:spcBef>
              <a:spcAft>
                <a:spcPts val="0"/>
              </a:spcAft>
              <a:buNone/>
            </a:pPr>
            <a:r>
              <a:rPr sz="1200" b="0" i="0" dirty="0">
                <a:solidFill>
                  <a:srgbClr val="152B77"/>
                </a:solidFill>
                <a:latin typeface="Open Sans"/>
              </a:rPr>
              <a:t>github.com/AI-Security-Internships-2026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061"/>
                                        </p:tgtEl>
                                        <p:attrNameLst>
                                          <p:attrName>style.visibility</p:attrName>
                                        </p:attrNameLst>
                                      </p:cBhvr>
                                      <p:to>
                                        <p:strVal val="visible"/>
                                      </p:to>
                                    </p:set>
                                    <p:anim calcmode="lin" valueType="num">
                                      <p:cBhvr additive="base">
                                        <p:cTn id="7" dur="1250"/>
                                        <p:tgtEl>
                                          <p:spTgt spid="1061"/>
                                        </p:tgtEl>
                                        <p:attrNameLst>
                                          <p:attrName>ppt_x</p:attrName>
                                        </p:attrNameLst>
                                      </p:cBhvr>
                                      <p:tavLst>
                                        <p:tav tm="0">
                                          <p:val>
                                            <p:strVal val="#ppt_x+1"/>
                                          </p:val>
                                        </p:tav>
                                        <p:tav tm="100000">
                                          <p:val>
                                            <p:strVal val="#ppt_x"/>
                                          </p:val>
                                        </p:tav>
                                      </p:tavLst>
                                    </p:anim>
                                  </p:childTnLst>
                                </p:cTn>
                              </p:par>
                            </p:childTnLst>
                          </p:cTn>
                        </p:par>
                        <p:par>
                          <p:cTn id="8" fill="hold">
                            <p:stCondLst>
                              <p:cond delay="1250"/>
                            </p:stCondLst>
                            <p:childTnLst>
                              <p:par>
                                <p:cTn id="9" presetID="10" presetClass="entr" presetSubtype="0" fill="hold" nodeType="afterEffect">
                                  <p:stCondLst>
                                    <p:cond delay="750"/>
                                  </p:stCondLst>
                                  <p:childTnLst>
                                    <p:set>
                                      <p:cBhvr>
                                        <p:cTn id="10" dur="1" fill="hold">
                                          <p:stCondLst>
                                            <p:cond delay="0"/>
                                          </p:stCondLst>
                                        </p:cTn>
                                        <p:tgtEl>
                                          <p:spTgt spid="1066"/>
                                        </p:tgtEl>
                                        <p:attrNameLst>
                                          <p:attrName>style.visibility</p:attrName>
                                        </p:attrNameLst>
                                      </p:cBhvr>
                                      <p:to>
                                        <p:strVal val="visible"/>
                                      </p:to>
                                    </p:set>
                                    <p:animEffect transition="in" filter="fade">
                                      <p:cBhvr>
                                        <p:cTn id="11" dur="500"/>
                                        <p:tgtEl>
                                          <p:spTgt spid="1066"/>
                                        </p:tgtEl>
                                      </p:cBhvr>
                                    </p:animEffect>
                                  </p:childTnLst>
                                </p:cTn>
                              </p:par>
                              <p:par>
                                <p:cTn id="12" presetID="10" presetClass="entr" presetSubtype="0" fill="hold" nodeType="withEffect">
                                  <p:stCondLst>
                                    <p:cond delay="750"/>
                                  </p:stCondLst>
                                  <p:childTnLst>
                                    <p:set>
                                      <p:cBhvr>
                                        <p:cTn id="13" dur="1" fill="hold">
                                          <p:stCondLst>
                                            <p:cond delay="0"/>
                                          </p:stCondLst>
                                        </p:cTn>
                                        <p:tgtEl>
                                          <p:spTgt spid="1060"/>
                                        </p:tgtEl>
                                        <p:attrNameLst>
                                          <p:attrName>style.visibility</p:attrName>
                                        </p:attrNameLst>
                                      </p:cBhvr>
                                      <p:to>
                                        <p:strVal val="visible"/>
                                      </p:to>
                                    </p:set>
                                    <p:animEffect transition="in" filter="fade">
                                      <p:cBhvr>
                                        <p:cTn id="14" dur="500"/>
                                        <p:tgtEl>
                                          <p:spTgt spid="1060"/>
                                        </p:tgtEl>
                                      </p:cBhvr>
                                    </p:animEffect>
                                  </p:childTnLst>
                                </p:cTn>
                              </p:par>
                              <p:par>
                                <p:cTn id="15" presetID="10" presetClass="entr" presetSubtype="0" fill="hold" nodeType="withEffect">
                                  <p:stCondLst>
                                    <p:cond delay="750"/>
                                  </p:stCondLst>
                                  <p:childTnLst>
                                    <p:set>
                                      <p:cBhvr>
                                        <p:cTn id="16" dur="1" fill="hold">
                                          <p:stCondLst>
                                            <p:cond delay="0"/>
                                          </p:stCondLst>
                                        </p:cTn>
                                        <p:tgtEl>
                                          <p:spTgt spid="1063"/>
                                        </p:tgtEl>
                                        <p:attrNameLst>
                                          <p:attrName>style.visibility</p:attrName>
                                        </p:attrNameLst>
                                      </p:cBhvr>
                                      <p:to>
                                        <p:strVal val="visible"/>
                                      </p:to>
                                    </p:set>
                                    <p:animEffect transition="in" filter="fade">
                                      <p:cBhvr>
                                        <p:cTn id="17" dur="500"/>
                                        <p:tgtEl>
                                          <p:spTgt spid="1063"/>
                                        </p:tgtEl>
                                      </p:cBhvr>
                                    </p:animEffect>
                                  </p:childTnLst>
                                </p:cTn>
                              </p:par>
                              <p:par>
                                <p:cTn id="18" presetID="10" presetClass="entr" presetSubtype="0" fill="hold" nodeType="withEffect">
                                  <p:stCondLst>
                                    <p:cond delay="750"/>
                                  </p:stCondLst>
                                  <p:childTnLst>
                                    <p:set>
                                      <p:cBhvr>
                                        <p:cTn id="19" dur="1" fill="hold">
                                          <p:stCondLst>
                                            <p:cond delay="0"/>
                                          </p:stCondLst>
                                        </p:cTn>
                                        <p:tgtEl>
                                          <p:spTgt spid="1069"/>
                                        </p:tgtEl>
                                        <p:attrNameLst>
                                          <p:attrName>style.visibility</p:attrName>
                                        </p:attrNameLst>
                                      </p:cBhvr>
                                      <p:to>
                                        <p:strVal val="visible"/>
                                      </p:to>
                                    </p:set>
                                    <p:animEffect transition="in" filter="fade">
                                      <p:cBhvr>
                                        <p:cTn id="20" dur="500"/>
                                        <p:tgtEl>
                                          <p:spTgt spid="1069"/>
                                        </p:tgtEl>
                                      </p:cBhvr>
                                    </p:animEffect>
                                  </p:childTnLst>
                                </p:cTn>
                              </p:par>
                              <p:par>
                                <p:cTn id="21" presetID="2" presetClass="entr" presetSubtype="4" fill="hold" nodeType="withEffect">
                                  <p:stCondLst>
                                    <p:cond delay="0"/>
                                  </p:stCondLst>
                                  <p:childTnLst>
                                    <p:set>
                                      <p:cBhvr>
                                        <p:cTn id="22" dur="1" fill="hold">
                                          <p:stCondLst>
                                            <p:cond delay="0"/>
                                          </p:stCondLst>
                                        </p:cTn>
                                        <p:tgtEl>
                                          <p:spTgt spid="1055"/>
                                        </p:tgtEl>
                                        <p:attrNameLst>
                                          <p:attrName>style.visibility</p:attrName>
                                        </p:attrNameLst>
                                      </p:cBhvr>
                                      <p:to>
                                        <p:strVal val="visible"/>
                                      </p:to>
                                    </p:set>
                                    <p:anim calcmode="lin" valueType="num">
                                      <p:cBhvr additive="base">
                                        <p:cTn id="23" dur="1250"/>
                                        <p:tgtEl>
                                          <p:spTgt spid="1055"/>
                                        </p:tgtEl>
                                        <p:attrNameLst>
                                          <p:attrName>ppt_y</p:attrName>
                                        </p:attrNameLst>
                                      </p:cBhvr>
                                      <p:tavLst>
                                        <p:tav tm="0">
                                          <p:val>
                                            <p:strVal val="#ppt_y+1"/>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1057"/>
                                        </p:tgtEl>
                                        <p:attrNameLst>
                                          <p:attrName>style.visibility</p:attrName>
                                        </p:attrNameLst>
                                      </p:cBhvr>
                                      <p:to>
                                        <p:strVal val="visible"/>
                                      </p:to>
                                    </p:set>
                                    <p:anim calcmode="lin" valueType="num">
                                      <p:cBhvr additive="base">
                                        <p:cTn id="26" dur="1250"/>
                                        <p:tgtEl>
                                          <p:spTgt spid="1057"/>
                                        </p:tgtEl>
                                        <p:attrNameLst>
                                          <p:attrName>ppt_y</p:attrName>
                                        </p:attrNameLst>
                                      </p:cBhvr>
                                      <p:tavLst>
                                        <p:tav tm="0">
                                          <p:val>
                                            <p:strVal val="#ppt_y-1"/>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56"/>
                                        </p:tgtEl>
                                        <p:attrNameLst>
                                          <p:attrName>style.visibility</p:attrName>
                                        </p:attrNameLst>
                                      </p:cBhvr>
                                      <p:to>
                                        <p:strVal val="visible"/>
                                      </p:to>
                                    </p:set>
                                    <p:anim calcmode="lin" valueType="num">
                                      <p:cBhvr additive="base">
                                        <p:cTn id="29" dur="500"/>
                                        <p:tgtEl>
                                          <p:spTgt spid="1056"/>
                                        </p:tgtEl>
                                        <p:attrNameLst>
                                          <p:attrName>ppt_y</p:attrName>
                                        </p:attrNameLst>
                                      </p:cBhvr>
                                      <p:tavLst>
                                        <p:tav tm="0">
                                          <p:val>
                                            <p:strVal val="#ppt_y+1"/>
                                          </p:val>
                                        </p:tav>
                                        <p:tav tm="100000">
                                          <p:val>
                                            <p:strVal val="#ppt_y"/>
                                          </p:val>
                                        </p:tav>
                                      </p:tavLst>
                                    </p:anim>
                                  </p:childTnLst>
                                </p:cTn>
                              </p:par>
                              <p:par>
                                <p:cTn id="30" presetID="2" presetClass="entr" presetSubtype="2" fill="hold" nodeType="withEffect">
                                  <p:stCondLst>
                                    <p:cond delay="0"/>
                                  </p:stCondLst>
                                  <p:childTnLst>
                                    <p:set>
                                      <p:cBhvr>
                                        <p:cTn id="31" dur="1" fill="hold">
                                          <p:stCondLst>
                                            <p:cond delay="0"/>
                                          </p:stCondLst>
                                        </p:cTn>
                                        <p:tgtEl>
                                          <p:spTgt spid="1072"/>
                                        </p:tgtEl>
                                        <p:attrNameLst>
                                          <p:attrName>style.visibility</p:attrName>
                                        </p:attrNameLst>
                                      </p:cBhvr>
                                      <p:to>
                                        <p:strVal val="visible"/>
                                      </p:to>
                                    </p:set>
                                    <p:anim calcmode="lin" valueType="num">
                                      <p:cBhvr additive="base">
                                        <p:cTn id="32" dur="1250"/>
                                        <p:tgtEl>
                                          <p:spTgt spid="107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3113</Words>
  <Application>Microsoft Office PowerPoint</Application>
  <PresentationFormat>Widescreen</PresentationFormat>
  <Paragraphs>369</Paragraphs>
  <Slides>13</Slides>
  <Notes>13</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13</vt:i4>
      </vt:variant>
    </vt:vector>
  </HeadingPairs>
  <TitlesOfParts>
    <vt:vector size="25" baseType="lpstr">
      <vt:lpstr>Noto Sans</vt:lpstr>
      <vt:lpstr>Calibri</vt:lpstr>
      <vt:lpstr>Open Sans</vt:lpstr>
      <vt:lpstr>Courier New</vt:lpstr>
      <vt:lpstr>Century Gothic</vt:lpstr>
      <vt:lpstr>Arial</vt:lpstr>
      <vt:lpstr>Cambria Math</vt:lpstr>
      <vt:lpstr>3_Office Theme</vt:lpstr>
      <vt:lpstr>3_Office Theme</vt:lpstr>
      <vt:lpstr>3_Office Theme</vt:lpstr>
      <vt:lpstr>3_Office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OV</dc:creator>
  <cp:lastModifiedBy>Muhammad Sikandar Hussain</cp:lastModifiedBy>
  <cp:revision>12</cp:revision>
  <dcterms:created xsi:type="dcterms:W3CDTF">2020-04-10T03:28:51Z</dcterms:created>
  <dcterms:modified xsi:type="dcterms:W3CDTF">2026-10-03T17:26:09Z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